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4325C6-9541-4600-BE2C-B6950F1DA3C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1B586B2-792F-480C-BBE6-A9DB302E8E16}">
      <dgm:prSet/>
      <dgm:spPr/>
      <dgm:t>
        <a:bodyPr/>
        <a:lstStyle/>
        <a:p>
          <a:r>
            <a:rPr lang="en-US" b="1" dirty="0"/>
            <a:t>Daily Web &amp; E-Commerce:</a:t>
          </a:r>
          <a:r>
            <a:rPr lang="en-US" dirty="0"/>
            <a:t> Powers the web servers and shopping platforms users access daily</a:t>
          </a:r>
        </a:p>
      </dgm:t>
    </dgm:pt>
    <dgm:pt modelId="{24DFEA2D-E950-426E-B17A-724556241AF4}" type="parTrans" cxnId="{F9B65B0C-A586-474E-839C-7E662745587F}">
      <dgm:prSet/>
      <dgm:spPr/>
      <dgm:t>
        <a:bodyPr/>
        <a:lstStyle/>
        <a:p>
          <a:endParaRPr lang="en-US"/>
        </a:p>
      </dgm:t>
    </dgm:pt>
    <dgm:pt modelId="{2AAB4DA0-A9DD-4FA5-BF68-37C3F527AC24}" type="sibTrans" cxnId="{F9B65B0C-A586-474E-839C-7E662745587F}">
      <dgm:prSet/>
      <dgm:spPr/>
      <dgm:t>
        <a:bodyPr/>
        <a:lstStyle/>
        <a:p>
          <a:endParaRPr lang="en-US"/>
        </a:p>
      </dgm:t>
    </dgm:pt>
    <dgm:pt modelId="{883BA78D-D407-4AB7-96C8-474F52452BD8}">
      <dgm:prSet/>
      <dgm:spPr/>
      <dgm:t>
        <a:bodyPr/>
        <a:lstStyle/>
        <a:p>
          <a:r>
            <a:rPr lang="en-US" b="1" dirty="0"/>
            <a:t>Data Center Core:</a:t>
          </a:r>
          <a:r>
            <a:rPr lang="en-US" dirty="0"/>
            <a:t> Predominant enterprise OS alongside Microsoft Windows</a:t>
          </a:r>
        </a:p>
      </dgm:t>
    </dgm:pt>
    <dgm:pt modelId="{4933BB83-5441-431D-A5E8-F09763786B5C}" type="parTrans" cxnId="{CFD1F5F2-6ECA-4AD6-83AC-6746C34556C5}">
      <dgm:prSet/>
      <dgm:spPr/>
      <dgm:t>
        <a:bodyPr/>
        <a:lstStyle/>
        <a:p>
          <a:endParaRPr lang="en-US"/>
        </a:p>
      </dgm:t>
    </dgm:pt>
    <dgm:pt modelId="{04E1D457-9ED7-43DF-B770-EA43FFA42A68}" type="sibTrans" cxnId="{CFD1F5F2-6ECA-4AD6-83AC-6746C34556C5}">
      <dgm:prSet/>
      <dgm:spPr/>
      <dgm:t>
        <a:bodyPr/>
        <a:lstStyle/>
        <a:p>
          <a:endParaRPr lang="en-US"/>
        </a:p>
      </dgm:t>
    </dgm:pt>
    <dgm:pt modelId="{065CCC86-EC44-41DF-BDA8-D17D478135F3}">
      <dgm:prSet/>
      <dgm:spPr/>
      <dgm:t>
        <a:bodyPr/>
        <a:lstStyle/>
        <a:p>
          <a:r>
            <a:rPr lang="en-US" b="1"/>
            <a:t>Embedded Tech:</a:t>
          </a:r>
          <a:r>
            <a:rPr lang="en-US"/>
            <a:t> Runs smart TVs and in-flight entertainment systems</a:t>
          </a:r>
        </a:p>
      </dgm:t>
    </dgm:pt>
    <dgm:pt modelId="{5409C216-85CA-4C6E-B40C-D5371A9E7507}" type="parTrans" cxnId="{51911FFF-E86F-4A06-BCF9-BA23DD898878}">
      <dgm:prSet/>
      <dgm:spPr/>
      <dgm:t>
        <a:bodyPr/>
        <a:lstStyle/>
        <a:p>
          <a:endParaRPr lang="en-US"/>
        </a:p>
      </dgm:t>
    </dgm:pt>
    <dgm:pt modelId="{B045176F-30D7-482E-A9F6-88BE733F96CE}" type="sibTrans" cxnId="{51911FFF-E86F-4A06-BCF9-BA23DD898878}">
      <dgm:prSet/>
      <dgm:spPr/>
      <dgm:t>
        <a:bodyPr/>
        <a:lstStyle/>
        <a:p>
          <a:endParaRPr lang="en-US"/>
        </a:p>
      </dgm:t>
    </dgm:pt>
    <dgm:pt modelId="{1C14352E-CA4C-44A2-9F35-A6DB55D28D6B}">
      <dgm:prSet/>
      <dgm:spPr/>
      <dgm:t>
        <a:bodyPr/>
        <a:lstStyle/>
        <a:p>
          <a:r>
            <a:rPr lang="en-US" b="1" dirty="0"/>
            <a:t>Modern Architecture:</a:t>
          </a:r>
          <a:r>
            <a:rPr lang="en-US" dirty="0"/>
            <a:t> Powers the cloud revolution, containers, microservices, and big data</a:t>
          </a:r>
        </a:p>
      </dgm:t>
    </dgm:pt>
    <dgm:pt modelId="{3BC00377-D3A4-4CB2-A00A-2298EBA35F1F}" type="parTrans" cxnId="{9A446DD2-8C41-4DE9-A6B4-3D476BE83B0E}">
      <dgm:prSet/>
      <dgm:spPr/>
      <dgm:t>
        <a:bodyPr/>
        <a:lstStyle/>
        <a:p>
          <a:endParaRPr lang="en-US"/>
        </a:p>
      </dgm:t>
    </dgm:pt>
    <dgm:pt modelId="{178251A9-4BDB-4A4C-99B1-86D8165F89F1}" type="sibTrans" cxnId="{9A446DD2-8C41-4DE9-A6B4-3D476BE83B0E}">
      <dgm:prSet/>
      <dgm:spPr/>
      <dgm:t>
        <a:bodyPr/>
        <a:lstStyle/>
        <a:p>
          <a:endParaRPr lang="en-US"/>
        </a:p>
      </dgm:t>
    </dgm:pt>
    <dgm:pt modelId="{6B860340-D955-425A-B2DD-3DCD88D2AAFD}">
      <dgm:prSet/>
      <dgm:spPr/>
      <dgm:t>
        <a:bodyPr/>
        <a:lstStyle/>
        <a:p>
          <a:r>
            <a:rPr lang="en-US" b="1"/>
            <a:t>Data Center Core:</a:t>
          </a:r>
          <a:r>
            <a:rPr lang="en-US"/>
            <a:t> Predominant enterprise OS alongside Microsoft Windows</a:t>
          </a:r>
        </a:p>
      </dgm:t>
    </dgm:pt>
    <dgm:pt modelId="{90C73BE5-C282-4D06-8E8E-B53FEC9517B1}" type="parTrans" cxnId="{0B074A08-D2F3-4EE4-8A43-6713DB9921BF}">
      <dgm:prSet/>
      <dgm:spPr/>
      <dgm:t>
        <a:bodyPr/>
        <a:lstStyle/>
        <a:p>
          <a:endParaRPr lang="en-US"/>
        </a:p>
      </dgm:t>
    </dgm:pt>
    <dgm:pt modelId="{6868A006-9B4E-4B7C-8BD8-5A60371497AC}" type="sibTrans" cxnId="{0B074A08-D2F3-4EE4-8A43-6713DB9921BF}">
      <dgm:prSet/>
      <dgm:spPr/>
      <dgm:t>
        <a:bodyPr/>
        <a:lstStyle/>
        <a:p>
          <a:endParaRPr lang="en-US"/>
        </a:p>
      </dgm:t>
    </dgm:pt>
    <dgm:pt modelId="{02156962-9C42-4338-8BFA-2621FF9B3B0F}" type="pres">
      <dgm:prSet presAssocID="{504325C6-9541-4600-BE2C-B6950F1DA3CA}" presName="vert0" presStyleCnt="0">
        <dgm:presLayoutVars>
          <dgm:dir/>
          <dgm:animOne val="branch"/>
          <dgm:animLvl val="lvl"/>
        </dgm:presLayoutVars>
      </dgm:prSet>
      <dgm:spPr/>
    </dgm:pt>
    <dgm:pt modelId="{9EAA2D1E-401D-45DC-B0E8-B068AF6F5235}" type="pres">
      <dgm:prSet presAssocID="{61B586B2-792F-480C-BBE6-A9DB302E8E16}" presName="thickLine" presStyleLbl="alignNode1" presStyleIdx="0" presStyleCnt="5"/>
      <dgm:spPr/>
    </dgm:pt>
    <dgm:pt modelId="{8C89D6AC-A5F7-495A-9BBD-5619DDC3708A}" type="pres">
      <dgm:prSet presAssocID="{61B586B2-792F-480C-BBE6-A9DB302E8E16}" presName="horz1" presStyleCnt="0"/>
      <dgm:spPr/>
    </dgm:pt>
    <dgm:pt modelId="{01B3D1B4-973E-4DF6-A158-4A066D5446D5}" type="pres">
      <dgm:prSet presAssocID="{61B586B2-792F-480C-BBE6-A9DB302E8E16}" presName="tx1" presStyleLbl="revTx" presStyleIdx="0" presStyleCnt="5"/>
      <dgm:spPr/>
    </dgm:pt>
    <dgm:pt modelId="{D387AF27-E79E-48C0-B82D-FF6A32294EDD}" type="pres">
      <dgm:prSet presAssocID="{61B586B2-792F-480C-BBE6-A9DB302E8E16}" presName="vert1" presStyleCnt="0"/>
      <dgm:spPr/>
    </dgm:pt>
    <dgm:pt modelId="{E0374F43-0F2F-451C-A67D-55D6E527E126}" type="pres">
      <dgm:prSet presAssocID="{883BA78D-D407-4AB7-96C8-474F52452BD8}" presName="thickLine" presStyleLbl="alignNode1" presStyleIdx="1" presStyleCnt="5"/>
      <dgm:spPr/>
    </dgm:pt>
    <dgm:pt modelId="{7518E9D5-D9A1-4394-8CB6-20B817A13CDD}" type="pres">
      <dgm:prSet presAssocID="{883BA78D-D407-4AB7-96C8-474F52452BD8}" presName="horz1" presStyleCnt="0"/>
      <dgm:spPr/>
    </dgm:pt>
    <dgm:pt modelId="{D9AED4E2-21CC-432E-A576-611E9603EE74}" type="pres">
      <dgm:prSet presAssocID="{883BA78D-D407-4AB7-96C8-474F52452BD8}" presName="tx1" presStyleLbl="revTx" presStyleIdx="1" presStyleCnt="5"/>
      <dgm:spPr/>
    </dgm:pt>
    <dgm:pt modelId="{A43FC1F0-49B8-4931-A3EE-48D9A3794E21}" type="pres">
      <dgm:prSet presAssocID="{883BA78D-D407-4AB7-96C8-474F52452BD8}" presName="vert1" presStyleCnt="0"/>
      <dgm:spPr/>
    </dgm:pt>
    <dgm:pt modelId="{07B25B42-E25F-406D-A2F9-2E89F85FAFAF}" type="pres">
      <dgm:prSet presAssocID="{065CCC86-EC44-41DF-BDA8-D17D478135F3}" presName="thickLine" presStyleLbl="alignNode1" presStyleIdx="2" presStyleCnt="5"/>
      <dgm:spPr/>
    </dgm:pt>
    <dgm:pt modelId="{A3BE0C1E-1FCE-4308-A970-9164FBF6590C}" type="pres">
      <dgm:prSet presAssocID="{065CCC86-EC44-41DF-BDA8-D17D478135F3}" presName="horz1" presStyleCnt="0"/>
      <dgm:spPr/>
    </dgm:pt>
    <dgm:pt modelId="{0E744483-5DF9-40A4-B990-0CF4C38F1543}" type="pres">
      <dgm:prSet presAssocID="{065CCC86-EC44-41DF-BDA8-D17D478135F3}" presName="tx1" presStyleLbl="revTx" presStyleIdx="2" presStyleCnt="5"/>
      <dgm:spPr/>
    </dgm:pt>
    <dgm:pt modelId="{62DD3B8E-C7E1-4F31-85F3-41C412ECC923}" type="pres">
      <dgm:prSet presAssocID="{065CCC86-EC44-41DF-BDA8-D17D478135F3}" presName="vert1" presStyleCnt="0"/>
      <dgm:spPr/>
    </dgm:pt>
    <dgm:pt modelId="{1C91617B-7D74-4751-926B-A77E1617AFE1}" type="pres">
      <dgm:prSet presAssocID="{1C14352E-CA4C-44A2-9F35-A6DB55D28D6B}" presName="thickLine" presStyleLbl="alignNode1" presStyleIdx="3" presStyleCnt="5"/>
      <dgm:spPr/>
    </dgm:pt>
    <dgm:pt modelId="{31F97135-DB2B-4FD2-9C7B-2A3145BB8241}" type="pres">
      <dgm:prSet presAssocID="{1C14352E-CA4C-44A2-9F35-A6DB55D28D6B}" presName="horz1" presStyleCnt="0"/>
      <dgm:spPr/>
    </dgm:pt>
    <dgm:pt modelId="{388B46B8-3031-4548-BEFE-4BB0E2BBEF70}" type="pres">
      <dgm:prSet presAssocID="{1C14352E-CA4C-44A2-9F35-A6DB55D28D6B}" presName="tx1" presStyleLbl="revTx" presStyleIdx="3" presStyleCnt="5"/>
      <dgm:spPr/>
    </dgm:pt>
    <dgm:pt modelId="{51D32BED-66C7-425D-91A2-AFE03044BE54}" type="pres">
      <dgm:prSet presAssocID="{1C14352E-CA4C-44A2-9F35-A6DB55D28D6B}" presName="vert1" presStyleCnt="0"/>
      <dgm:spPr/>
    </dgm:pt>
    <dgm:pt modelId="{35E96606-ABC4-44CF-B15B-556FF2D7D40B}" type="pres">
      <dgm:prSet presAssocID="{6B860340-D955-425A-B2DD-3DCD88D2AAFD}" presName="thickLine" presStyleLbl="alignNode1" presStyleIdx="4" presStyleCnt="5"/>
      <dgm:spPr/>
    </dgm:pt>
    <dgm:pt modelId="{3D2D9581-DD11-45F1-9614-C10CBC797960}" type="pres">
      <dgm:prSet presAssocID="{6B860340-D955-425A-B2DD-3DCD88D2AAFD}" presName="horz1" presStyleCnt="0"/>
      <dgm:spPr/>
    </dgm:pt>
    <dgm:pt modelId="{0895BB6F-0F08-448E-8275-A49CEDCFCA47}" type="pres">
      <dgm:prSet presAssocID="{6B860340-D955-425A-B2DD-3DCD88D2AAFD}" presName="tx1" presStyleLbl="revTx" presStyleIdx="4" presStyleCnt="5"/>
      <dgm:spPr/>
    </dgm:pt>
    <dgm:pt modelId="{09D9B9E5-1186-4C3D-9239-B56B691A359D}" type="pres">
      <dgm:prSet presAssocID="{6B860340-D955-425A-B2DD-3DCD88D2AAFD}" presName="vert1" presStyleCnt="0"/>
      <dgm:spPr/>
    </dgm:pt>
  </dgm:ptLst>
  <dgm:cxnLst>
    <dgm:cxn modelId="{2442B406-07E2-4FBA-AA18-2C069A1B5499}" type="presOf" srcId="{6B860340-D955-425A-B2DD-3DCD88D2AAFD}" destId="{0895BB6F-0F08-448E-8275-A49CEDCFCA47}" srcOrd="0" destOrd="0" presId="urn:microsoft.com/office/officeart/2008/layout/LinedList"/>
    <dgm:cxn modelId="{0B074A08-D2F3-4EE4-8A43-6713DB9921BF}" srcId="{504325C6-9541-4600-BE2C-B6950F1DA3CA}" destId="{6B860340-D955-425A-B2DD-3DCD88D2AAFD}" srcOrd="4" destOrd="0" parTransId="{90C73BE5-C282-4D06-8E8E-B53FEC9517B1}" sibTransId="{6868A006-9B4E-4B7C-8BD8-5A60371497AC}"/>
    <dgm:cxn modelId="{3521050A-4656-4C6E-AEC9-44243451585A}" type="presOf" srcId="{065CCC86-EC44-41DF-BDA8-D17D478135F3}" destId="{0E744483-5DF9-40A4-B990-0CF4C38F1543}" srcOrd="0" destOrd="0" presId="urn:microsoft.com/office/officeart/2008/layout/LinedList"/>
    <dgm:cxn modelId="{F9B65B0C-A586-474E-839C-7E662745587F}" srcId="{504325C6-9541-4600-BE2C-B6950F1DA3CA}" destId="{61B586B2-792F-480C-BBE6-A9DB302E8E16}" srcOrd="0" destOrd="0" parTransId="{24DFEA2D-E950-426E-B17A-724556241AF4}" sibTransId="{2AAB4DA0-A9DD-4FA5-BF68-37C3F527AC24}"/>
    <dgm:cxn modelId="{E4193A0F-C3A0-469C-A375-D6EB174D4B47}" type="presOf" srcId="{1C14352E-CA4C-44A2-9F35-A6DB55D28D6B}" destId="{388B46B8-3031-4548-BEFE-4BB0E2BBEF70}" srcOrd="0" destOrd="0" presId="urn:microsoft.com/office/officeart/2008/layout/LinedList"/>
    <dgm:cxn modelId="{743CA414-2053-490A-BAA9-071BB0E522DB}" type="presOf" srcId="{504325C6-9541-4600-BE2C-B6950F1DA3CA}" destId="{02156962-9C42-4338-8BFA-2621FF9B3B0F}" srcOrd="0" destOrd="0" presId="urn:microsoft.com/office/officeart/2008/layout/LinedList"/>
    <dgm:cxn modelId="{CC1433A5-DFFD-4427-80FB-FF1B8E42ABC9}" type="presOf" srcId="{883BA78D-D407-4AB7-96C8-474F52452BD8}" destId="{D9AED4E2-21CC-432E-A576-611E9603EE74}" srcOrd="0" destOrd="0" presId="urn:microsoft.com/office/officeart/2008/layout/LinedList"/>
    <dgm:cxn modelId="{2FE3B0B5-E8BB-4CEC-A3DD-1841B5CA0C4D}" type="presOf" srcId="{61B586B2-792F-480C-BBE6-A9DB302E8E16}" destId="{01B3D1B4-973E-4DF6-A158-4A066D5446D5}" srcOrd="0" destOrd="0" presId="urn:microsoft.com/office/officeart/2008/layout/LinedList"/>
    <dgm:cxn modelId="{9A446DD2-8C41-4DE9-A6B4-3D476BE83B0E}" srcId="{504325C6-9541-4600-BE2C-B6950F1DA3CA}" destId="{1C14352E-CA4C-44A2-9F35-A6DB55D28D6B}" srcOrd="3" destOrd="0" parTransId="{3BC00377-D3A4-4CB2-A00A-2298EBA35F1F}" sibTransId="{178251A9-4BDB-4A4C-99B1-86D8165F89F1}"/>
    <dgm:cxn modelId="{CFD1F5F2-6ECA-4AD6-83AC-6746C34556C5}" srcId="{504325C6-9541-4600-BE2C-B6950F1DA3CA}" destId="{883BA78D-D407-4AB7-96C8-474F52452BD8}" srcOrd="1" destOrd="0" parTransId="{4933BB83-5441-431D-A5E8-F09763786B5C}" sibTransId="{04E1D457-9ED7-43DF-B770-EA43FFA42A68}"/>
    <dgm:cxn modelId="{51911FFF-E86F-4A06-BCF9-BA23DD898878}" srcId="{504325C6-9541-4600-BE2C-B6950F1DA3CA}" destId="{065CCC86-EC44-41DF-BDA8-D17D478135F3}" srcOrd="2" destOrd="0" parTransId="{5409C216-85CA-4C6E-B40C-D5371A9E7507}" sibTransId="{B045176F-30D7-482E-A9F6-88BE733F96CE}"/>
    <dgm:cxn modelId="{BD35F90E-EFA6-463D-9853-588B5A57337D}" type="presParOf" srcId="{02156962-9C42-4338-8BFA-2621FF9B3B0F}" destId="{9EAA2D1E-401D-45DC-B0E8-B068AF6F5235}" srcOrd="0" destOrd="0" presId="urn:microsoft.com/office/officeart/2008/layout/LinedList"/>
    <dgm:cxn modelId="{CC4D89B2-437E-4B37-84FC-CDEAD051C6EB}" type="presParOf" srcId="{02156962-9C42-4338-8BFA-2621FF9B3B0F}" destId="{8C89D6AC-A5F7-495A-9BBD-5619DDC3708A}" srcOrd="1" destOrd="0" presId="urn:microsoft.com/office/officeart/2008/layout/LinedList"/>
    <dgm:cxn modelId="{9FB2EB2A-6118-4748-BF1C-FC5FDB4230F3}" type="presParOf" srcId="{8C89D6AC-A5F7-495A-9BBD-5619DDC3708A}" destId="{01B3D1B4-973E-4DF6-A158-4A066D5446D5}" srcOrd="0" destOrd="0" presId="urn:microsoft.com/office/officeart/2008/layout/LinedList"/>
    <dgm:cxn modelId="{819A8A85-9A93-42B5-B0F2-BA980FB663F0}" type="presParOf" srcId="{8C89D6AC-A5F7-495A-9BBD-5619DDC3708A}" destId="{D387AF27-E79E-48C0-B82D-FF6A32294EDD}" srcOrd="1" destOrd="0" presId="urn:microsoft.com/office/officeart/2008/layout/LinedList"/>
    <dgm:cxn modelId="{BA205B1F-806D-4B6A-82CF-C4804125B80B}" type="presParOf" srcId="{02156962-9C42-4338-8BFA-2621FF9B3B0F}" destId="{E0374F43-0F2F-451C-A67D-55D6E527E126}" srcOrd="2" destOrd="0" presId="urn:microsoft.com/office/officeart/2008/layout/LinedList"/>
    <dgm:cxn modelId="{2C935D6C-8E2C-49EE-AF05-FDE25B94CDAD}" type="presParOf" srcId="{02156962-9C42-4338-8BFA-2621FF9B3B0F}" destId="{7518E9D5-D9A1-4394-8CB6-20B817A13CDD}" srcOrd="3" destOrd="0" presId="urn:microsoft.com/office/officeart/2008/layout/LinedList"/>
    <dgm:cxn modelId="{4E7F9EF7-47A4-41CE-8814-6585C1CD6E4A}" type="presParOf" srcId="{7518E9D5-D9A1-4394-8CB6-20B817A13CDD}" destId="{D9AED4E2-21CC-432E-A576-611E9603EE74}" srcOrd="0" destOrd="0" presId="urn:microsoft.com/office/officeart/2008/layout/LinedList"/>
    <dgm:cxn modelId="{A48F8FF4-6A92-4016-8A14-5B906E8C07DB}" type="presParOf" srcId="{7518E9D5-D9A1-4394-8CB6-20B817A13CDD}" destId="{A43FC1F0-49B8-4931-A3EE-48D9A3794E21}" srcOrd="1" destOrd="0" presId="urn:microsoft.com/office/officeart/2008/layout/LinedList"/>
    <dgm:cxn modelId="{A26B902B-A127-46F1-84E3-96DD284EA581}" type="presParOf" srcId="{02156962-9C42-4338-8BFA-2621FF9B3B0F}" destId="{07B25B42-E25F-406D-A2F9-2E89F85FAFAF}" srcOrd="4" destOrd="0" presId="urn:microsoft.com/office/officeart/2008/layout/LinedList"/>
    <dgm:cxn modelId="{B912D868-E15E-4E57-A7D4-689A41E625DB}" type="presParOf" srcId="{02156962-9C42-4338-8BFA-2621FF9B3B0F}" destId="{A3BE0C1E-1FCE-4308-A970-9164FBF6590C}" srcOrd="5" destOrd="0" presId="urn:microsoft.com/office/officeart/2008/layout/LinedList"/>
    <dgm:cxn modelId="{93D3E9BF-7A03-49BA-A52A-0ACCD012CEB6}" type="presParOf" srcId="{A3BE0C1E-1FCE-4308-A970-9164FBF6590C}" destId="{0E744483-5DF9-40A4-B990-0CF4C38F1543}" srcOrd="0" destOrd="0" presId="urn:microsoft.com/office/officeart/2008/layout/LinedList"/>
    <dgm:cxn modelId="{F85235CC-C1E3-47F7-95AF-0E1B8AC33A79}" type="presParOf" srcId="{A3BE0C1E-1FCE-4308-A970-9164FBF6590C}" destId="{62DD3B8E-C7E1-4F31-85F3-41C412ECC923}" srcOrd="1" destOrd="0" presId="urn:microsoft.com/office/officeart/2008/layout/LinedList"/>
    <dgm:cxn modelId="{A1D339DE-3BE5-4BD5-9B29-6FC511635D4D}" type="presParOf" srcId="{02156962-9C42-4338-8BFA-2621FF9B3B0F}" destId="{1C91617B-7D74-4751-926B-A77E1617AFE1}" srcOrd="6" destOrd="0" presId="urn:microsoft.com/office/officeart/2008/layout/LinedList"/>
    <dgm:cxn modelId="{76A1F8D1-5521-45C4-8468-F074E7C33AAD}" type="presParOf" srcId="{02156962-9C42-4338-8BFA-2621FF9B3B0F}" destId="{31F97135-DB2B-4FD2-9C7B-2A3145BB8241}" srcOrd="7" destOrd="0" presId="urn:microsoft.com/office/officeart/2008/layout/LinedList"/>
    <dgm:cxn modelId="{0216AFAE-AC51-429F-8A50-AB7006A9E38F}" type="presParOf" srcId="{31F97135-DB2B-4FD2-9C7B-2A3145BB8241}" destId="{388B46B8-3031-4548-BEFE-4BB0E2BBEF70}" srcOrd="0" destOrd="0" presId="urn:microsoft.com/office/officeart/2008/layout/LinedList"/>
    <dgm:cxn modelId="{57D6E616-AD0C-4ADE-B036-E4E92D89E492}" type="presParOf" srcId="{31F97135-DB2B-4FD2-9C7B-2A3145BB8241}" destId="{51D32BED-66C7-425D-91A2-AFE03044BE54}" srcOrd="1" destOrd="0" presId="urn:microsoft.com/office/officeart/2008/layout/LinedList"/>
    <dgm:cxn modelId="{DB3D981D-F99B-432A-8E28-6F5BD12F43EC}" type="presParOf" srcId="{02156962-9C42-4338-8BFA-2621FF9B3B0F}" destId="{35E96606-ABC4-44CF-B15B-556FF2D7D40B}" srcOrd="8" destOrd="0" presId="urn:microsoft.com/office/officeart/2008/layout/LinedList"/>
    <dgm:cxn modelId="{88DC7CC1-2122-4E95-A753-E7E2615F6266}" type="presParOf" srcId="{02156962-9C42-4338-8BFA-2621FF9B3B0F}" destId="{3D2D9581-DD11-45F1-9614-C10CBC797960}" srcOrd="9" destOrd="0" presId="urn:microsoft.com/office/officeart/2008/layout/LinedList"/>
    <dgm:cxn modelId="{CAA0445F-4E14-46C7-84CF-C87F5456EE4E}" type="presParOf" srcId="{3D2D9581-DD11-45F1-9614-C10CBC797960}" destId="{0895BB6F-0F08-448E-8275-A49CEDCFCA47}" srcOrd="0" destOrd="0" presId="urn:microsoft.com/office/officeart/2008/layout/LinedList"/>
    <dgm:cxn modelId="{BB1D0271-322A-4E0F-8DA6-57BC1B0B5717}" type="presParOf" srcId="{3D2D9581-DD11-45F1-9614-C10CBC797960}" destId="{09D9B9E5-1186-4C3D-9239-B56B691A359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C5EB1F3-22F0-4FED-88B9-C5062953CD07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01C6E0C-DADB-4160-A39A-6CB7000E3A8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Windows Interoperability:</a:t>
          </a:r>
          <a:r>
            <a:rPr lang="en-US"/>
            <a:t> Enables cross-platform system and app management</a:t>
          </a:r>
        </a:p>
      </dgm:t>
    </dgm:pt>
    <dgm:pt modelId="{81CBDE0D-22CF-422D-AB7C-82AFC64B390B}" type="parTrans" cxnId="{321FAAF2-C813-4F15-8AEB-319D3E585096}">
      <dgm:prSet/>
      <dgm:spPr/>
      <dgm:t>
        <a:bodyPr/>
        <a:lstStyle/>
        <a:p>
          <a:endParaRPr lang="en-US"/>
        </a:p>
      </dgm:t>
    </dgm:pt>
    <dgm:pt modelId="{DEAFC2D4-DC7F-493A-896B-73454CDF3DC3}" type="sibTrans" cxnId="{321FAAF2-C813-4F15-8AEB-319D3E58509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C6B2E65-15BC-41FB-A050-67FF98411C2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Application Hosting:</a:t>
          </a:r>
          <a:r>
            <a:rPr lang="en-US"/>
            <a:t> Serves as the primary runtime environment for developers</a:t>
          </a:r>
        </a:p>
      </dgm:t>
    </dgm:pt>
    <dgm:pt modelId="{47582433-34EB-4CC5-887F-928D43E2A86E}" type="parTrans" cxnId="{7A392D7B-34A0-4516-ADF9-CA4394228C66}">
      <dgm:prSet/>
      <dgm:spPr/>
      <dgm:t>
        <a:bodyPr/>
        <a:lstStyle/>
        <a:p>
          <a:endParaRPr lang="en-US"/>
        </a:p>
      </dgm:t>
    </dgm:pt>
    <dgm:pt modelId="{0391454D-D716-4791-B347-F1730A7EDCFD}" type="sibTrans" cxnId="{7A392D7B-34A0-4516-ADF9-CA4394228C6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6167580-7E5C-4F9C-887A-AD581E6AE2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Cloud Computing:</a:t>
          </a:r>
          <a:r>
            <a:rPr lang="en-US"/>
            <a:t> Powers both public and private cloud instances</a:t>
          </a:r>
        </a:p>
      </dgm:t>
    </dgm:pt>
    <dgm:pt modelId="{02F5B3AE-B13A-437D-A30A-D50E2EDD394E}" type="parTrans" cxnId="{A92A1A0C-637B-43AD-9556-BAFF52B322E0}">
      <dgm:prSet/>
      <dgm:spPr/>
      <dgm:t>
        <a:bodyPr/>
        <a:lstStyle/>
        <a:p>
          <a:endParaRPr lang="en-US"/>
        </a:p>
      </dgm:t>
    </dgm:pt>
    <dgm:pt modelId="{EE34FAED-4492-42AD-B8F1-E4D94FC6A049}" type="sibTrans" cxnId="{A92A1A0C-637B-43AD-9556-BAFF52B322E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26BC229-80DC-41CB-9450-017077BCDE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Mobile &amp; IoT:</a:t>
          </a:r>
          <a:r>
            <a:rPr lang="en-US"/>
            <a:t> Forms the operating base for mobile apps and connected devices</a:t>
          </a:r>
        </a:p>
      </dgm:t>
    </dgm:pt>
    <dgm:pt modelId="{BDB0144C-1CA8-4154-B2B4-80BC048AFB0F}" type="parTrans" cxnId="{EACEACA9-C49B-4D41-819A-7F21C38343EA}">
      <dgm:prSet/>
      <dgm:spPr/>
      <dgm:t>
        <a:bodyPr/>
        <a:lstStyle/>
        <a:p>
          <a:endParaRPr lang="en-US"/>
        </a:p>
      </dgm:t>
    </dgm:pt>
    <dgm:pt modelId="{99FA32F4-CAF8-4A0E-8B34-EC544B9333CC}" type="sibTrans" cxnId="{EACEACA9-C49B-4D41-819A-7F21C38343E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225B709-F4D0-459C-948A-4F38635C8B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Career Growth:</a:t>
          </a:r>
          <a:r>
            <a:rPr lang="en-US"/>
            <a:t> Unlocks high-demand opportunities across the IT industry</a:t>
          </a:r>
        </a:p>
      </dgm:t>
    </dgm:pt>
    <dgm:pt modelId="{E5D7F823-FD58-41A8-9FE8-A7BF8800559A}" type="parTrans" cxnId="{4590355A-57A3-4EC1-8684-E9618CD6D5AA}">
      <dgm:prSet/>
      <dgm:spPr/>
      <dgm:t>
        <a:bodyPr/>
        <a:lstStyle/>
        <a:p>
          <a:endParaRPr lang="en-US"/>
        </a:p>
      </dgm:t>
    </dgm:pt>
    <dgm:pt modelId="{34AC7C88-1EA4-40A9-94D5-D6B84FF2A7E8}" type="sibTrans" cxnId="{4590355A-57A3-4EC1-8684-E9618CD6D5AA}">
      <dgm:prSet/>
      <dgm:spPr/>
      <dgm:t>
        <a:bodyPr/>
        <a:lstStyle/>
        <a:p>
          <a:endParaRPr lang="en-US"/>
        </a:p>
      </dgm:t>
    </dgm:pt>
    <dgm:pt modelId="{F4846F48-80CB-431B-A541-211788C00667}" type="pres">
      <dgm:prSet presAssocID="{1C5EB1F3-22F0-4FED-88B9-C5062953CD07}" presName="root" presStyleCnt="0">
        <dgm:presLayoutVars>
          <dgm:dir/>
          <dgm:resizeHandles val="exact"/>
        </dgm:presLayoutVars>
      </dgm:prSet>
      <dgm:spPr/>
    </dgm:pt>
    <dgm:pt modelId="{5B60D182-0536-4D8D-9E79-489A6A5BB3E9}" type="pres">
      <dgm:prSet presAssocID="{1C5EB1F3-22F0-4FED-88B9-C5062953CD07}" presName="container" presStyleCnt="0">
        <dgm:presLayoutVars>
          <dgm:dir/>
          <dgm:resizeHandles val="exact"/>
        </dgm:presLayoutVars>
      </dgm:prSet>
      <dgm:spPr/>
    </dgm:pt>
    <dgm:pt modelId="{23F9E2E1-3707-47F0-B948-BF92A53732C0}" type="pres">
      <dgm:prSet presAssocID="{401C6E0C-DADB-4160-A39A-6CB7000E3A86}" presName="compNode" presStyleCnt="0"/>
      <dgm:spPr/>
    </dgm:pt>
    <dgm:pt modelId="{AB76D44C-D622-4990-AB9B-FDF0AA0DA70D}" type="pres">
      <dgm:prSet presAssocID="{401C6E0C-DADB-4160-A39A-6CB7000E3A86}" presName="iconBgRect" presStyleLbl="bgShp" presStyleIdx="0" presStyleCnt="5"/>
      <dgm:spPr/>
    </dgm:pt>
    <dgm:pt modelId="{342890DA-ADC6-4AED-9B98-8E73F22D3D3F}" type="pres">
      <dgm:prSet presAssocID="{401C6E0C-DADB-4160-A39A-6CB7000E3A86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625DFB29-E55B-4570-8F9D-C2A4B38ADB33}" type="pres">
      <dgm:prSet presAssocID="{401C6E0C-DADB-4160-A39A-6CB7000E3A86}" presName="spaceRect" presStyleCnt="0"/>
      <dgm:spPr/>
    </dgm:pt>
    <dgm:pt modelId="{2EA5377F-7B0D-4C7C-AC75-412C9B3CD01E}" type="pres">
      <dgm:prSet presAssocID="{401C6E0C-DADB-4160-A39A-6CB7000E3A86}" presName="textRect" presStyleLbl="revTx" presStyleIdx="0" presStyleCnt="5">
        <dgm:presLayoutVars>
          <dgm:chMax val="1"/>
          <dgm:chPref val="1"/>
        </dgm:presLayoutVars>
      </dgm:prSet>
      <dgm:spPr/>
    </dgm:pt>
    <dgm:pt modelId="{60929C9E-9182-4719-B25D-F043B34357FA}" type="pres">
      <dgm:prSet presAssocID="{DEAFC2D4-DC7F-493A-896B-73454CDF3DC3}" presName="sibTrans" presStyleLbl="sibTrans2D1" presStyleIdx="0" presStyleCnt="0"/>
      <dgm:spPr/>
    </dgm:pt>
    <dgm:pt modelId="{F8F38D9D-9F44-4937-A563-5CC7940937A4}" type="pres">
      <dgm:prSet presAssocID="{2C6B2E65-15BC-41FB-A050-67FF98411C23}" presName="compNode" presStyleCnt="0"/>
      <dgm:spPr/>
    </dgm:pt>
    <dgm:pt modelId="{9F631131-CFC1-45E0-8C11-8DCE16340CA0}" type="pres">
      <dgm:prSet presAssocID="{2C6B2E65-15BC-41FB-A050-67FF98411C23}" presName="iconBgRect" presStyleLbl="bgShp" presStyleIdx="1" presStyleCnt="5"/>
      <dgm:spPr/>
    </dgm:pt>
    <dgm:pt modelId="{B90B353B-C617-4B0F-9F40-2D4AC4D28CD5}" type="pres">
      <dgm:prSet presAssocID="{2C6B2E65-15BC-41FB-A050-67FF98411C23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İşlemci"/>
        </a:ext>
      </dgm:extLst>
    </dgm:pt>
    <dgm:pt modelId="{FE76F5BA-2D18-4E46-B6EA-0A121E6F1179}" type="pres">
      <dgm:prSet presAssocID="{2C6B2E65-15BC-41FB-A050-67FF98411C23}" presName="spaceRect" presStyleCnt="0"/>
      <dgm:spPr/>
    </dgm:pt>
    <dgm:pt modelId="{803052AA-A8A3-4710-B0CD-4191F08C634B}" type="pres">
      <dgm:prSet presAssocID="{2C6B2E65-15BC-41FB-A050-67FF98411C23}" presName="textRect" presStyleLbl="revTx" presStyleIdx="1" presStyleCnt="5">
        <dgm:presLayoutVars>
          <dgm:chMax val="1"/>
          <dgm:chPref val="1"/>
        </dgm:presLayoutVars>
      </dgm:prSet>
      <dgm:spPr/>
    </dgm:pt>
    <dgm:pt modelId="{CDB3C637-22F0-4274-934F-0CEC94DCD63B}" type="pres">
      <dgm:prSet presAssocID="{0391454D-D716-4791-B347-F1730A7EDCFD}" presName="sibTrans" presStyleLbl="sibTrans2D1" presStyleIdx="0" presStyleCnt="0"/>
      <dgm:spPr/>
    </dgm:pt>
    <dgm:pt modelId="{9FD74BF4-5265-4DB7-85AB-498D3DCB204C}" type="pres">
      <dgm:prSet presAssocID="{26167580-7E5C-4F9C-887A-AD581E6AE256}" presName="compNode" presStyleCnt="0"/>
      <dgm:spPr/>
    </dgm:pt>
    <dgm:pt modelId="{DDD6F211-7421-4BDD-82F9-0E735F67D59C}" type="pres">
      <dgm:prSet presAssocID="{26167580-7E5C-4F9C-887A-AD581E6AE256}" presName="iconBgRect" presStyleLbl="bgShp" presStyleIdx="2" presStyleCnt="5"/>
      <dgm:spPr/>
    </dgm:pt>
    <dgm:pt modelId="{ED7A969E-2FFF-4BB0-AC86-48407595B744}" type="pres">
      <dgm:prSet presAssocID="{26167580-7E5C-4F9C-887A-AD581E6AE256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7CE08C14-17D2-4DDA-AB9D-E891F7C90480}" type="pres">
      <dgm:prSet presAssocID="{26167580-7E5C-4F9C-887A-AD581E6AE256}" presName="spaceRect" presStyleCnt="0"/>
      <dgm:spPr/>
    </dgm:pt>
    <dgm:pt modelId="{884246F6-AA54-4336-8A9D-20502964B519}" type="pres">
      <dgm:prSet presAssocID="{26167580-7E5C-4F9C-887A-AD581E6AE256}" presName="textRect" presStyleLbl="revTx" presStyleIdx="2" presStyleCnt="5">
        <dgm:presLayoutVars>
          <dgm:chMax val="1"/>
          <dgm:chPref val="1"/>
        </dgm:presLayoutVars>
      </dgm:prSet>
      <dgm:spPr/>
    </dgm:pt>
    <dgm:pt modelId="{C35F67B6-B304-4D08-86B4-F797499CE25A}" type="pres">
      <dgm:prSet presAssocID="{EE34FAED-4492-42AD-B8F1-E4D94FC6A049}" presName="sibTrans" presStyleLbl="sibTrans2D1" presStyleIdx="0" presStyleCnt="0"/>
      <dgm:spPr/>
    </dgm:pt>
    <dgm:pt modelId="{5DBB1123-C745-47CE-A595-B53B22D99D2B}" type="pres">
      <dgm:prSet presAssocID="{326BC229-80DC-41CB-9450-017077BCDEAD}" presName="compNode" presStyleCnt="0"/>
      <dgm:spPr/>
    </dgm:pt>
    <dgm:pt modelId="{33B1D101-C2ED-4DF9-99AA-B0212932B80D}" type="pres">
      <dgm:prSet presAssocID="{326BC229-80DC-41CB-9450-017077BCDEAD}" presName="iconBgRect" presStyleLbl="bgShp" presStyleIdx="3" presStyleCnt="5"/>
      <dgm:spPr/>
    </dgm:pt>
    <dgm:pt modelId="{E3D71197-B41E-45D1-A745-C9015C9C7D36}" type="pres">
      <dgm:prSet presAssocID="{326BC229-80DC-41CB-9450-017077BCDEAD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ablosuz"/>
        </a:ext>
      </dgm:extLst>
    </dgm:pt>
    <dgm:pt modelId="{C38C2525-638B-406A-BA09-44F649B86E27}" type="pres">
      <dgm:prSet presAssocID="{326BC229-80DC-41CB-9450-017077BCDEAD}" presName="spaceRect" presStyleCnt="0"/>
      <dgm:spPr/>
    </dgm:pt>
    <dgm:pt modelId="{2C104C1D-637C-499F-9948-BF11BEE70BD9}" type="pres">
      <dgm:prSet presAssocID="{326BC229-80DC-41CB-9450-017077BCDEAD}" presName="textRect" presStyleLbl="revTx" presStyleIdx="3" presStyleCnt="5">
        <dgm:presLayoutVars>
          <dgm:chMax val="1"/>
          <dgm:chPref val="1"/>
        </dgm:presLayoutVars>
      </dgm:prSet>
      <dgm:spPr/>
    </dgm:pt>
    <dgm:pt modelId="{F62EF5B0-03E5-4527-8B58-571D31E4D248}" type="pres">
      <dgm:prSet presAssocID="{99FA32F4-CAF8-4A0E-8B34-EC544B9333CC}" presName="sibTrans" presStyleLbl="sibTrans2D1" presStyleIdx="0" presStyleCnt="0"/>
      <dgm:spPr/>
    </dgm:pt>
    <dgm:pt modelId="{EC017D73-929C-4D44-9FED-88F555ECCDC9}" type="pres">
      <dgm:prSet presAssocID="{5225B709-F4D0-459C-948A-4F38635C8BE0}" presName="compNode" presStyleCnt="0"/>
      <dgm:spPr/>
    </dgm:pt>
    <dgm:pt modelId="{708CB63C-C65F-4D65-AC92-A727714712DF}" type="pres">
      <dgm:prSet presAssocID="{5225B709-F4D0-459C-948A-4F38635C8BE0}" presName="iconBgRect" presStyleLbl="bgShp" presStyleIdx="4" presStyleCnt="5"/>
      <dgm:spPr/>
    </dgm:pt>
    <dgm:pt modelId="{0AFED7D6-3071-4F39-9412-369746929F61}" type="pres">
      <dgm:prSet presAssocID="{5225B709-F4D0-459C-948A-4F38635C8BE0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rt Lock"/>
        </a:ext>
      </dgm:extLst>
    </dgm:pt>
    <dgm:pt modelId="{2C0DD2D7-60F4-43F6-B1F2-97FA82C50CB4}" type="pres">
      <dgm:prSet presAssocID="{5225B709-F4D0-459C-948A-4F38635C8BE0}" presName="spaceRect" presStyleCnt="0"/>
      <dgm:spPr/>
    </dgm:pt>
    <dgm:pt modelId="{B7B15911-1BAA-42B4-AF1B-3C7D0998F426}" type="pres">
      <dgm:prSet presAssocID="{5225B709-F4D0-459C-948A-4F38635C8BE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92A1A0C-637B-43AD-9556-BAFF52B322E0}" srcId="{1C5EB1F3-22F0-4FED-88B9-C5062953CD07}" destId="{26167580-7E5C-4F9C-887A-AD581E6AE256}" srcOrd="2" destOrd="0" parTransId="{02F5B3AE-B13A-437D-A30A-D50E2EDD394E}" sibTransId="{EE34FAED-4492-42AD-B8F1-E4D94FC6A049}"/>
    <dgm:cxn modelId="{21FA0A35-05CD-4693-A741-6799172BFA2C}" type="presOf" srcId="{26167580-7E5C-4F9C-887A-AD581E6AE256}" destId="{884246F6-AA54-4336-8A9D-20502964B519}" srcOrd="0" destOrd="0" presId="urn:microsoft.com/office/officeart/2018/2/layout/IconCircleList"/>
    <dgm:cxn modelId="{F673505C-7548-4DA2-8E46-9CF94E8402B2}" type="presOf" srcId="{DEAFC2D4-DC7F-493A-896B-73454CDF3DC3}" destId="{60929C9E-9182-4719-B25D-F043B34357FA}" srcOrd="0" destOrd="0" presId="urn:microsoft.com/office/officeart/2018/2/layout/IconCircleList"/>
    <dgm:cxn modelId="{4CCFA35D-42B4-4262-84C9-0D9FF30770A2}" type="presOf" srcId="{401C6E0C-DADB-4160-A39A-6CB7000E3A86}" destId="{2EA5377F-7B0D-4C7C-AC75-412C9B3CD01E}" srcOrd="0" destOrd="0" presId="urn:microsoft.com/office/officeart/2018/2/layout/IconCircleList"/>
    <dgm:cxn modelId="{310CD172-20C8-4FA9-86F1-0EB7665326B2}" type="presOf" srcId="{99FA32F4-CAF8-4A0E-8B34-EC544B9333CC}" destId="{F62EF5B0-03E5-4527-8B58-571D31E4D248}" srcOrd="0" destOrd="0" presId="urn:microsoft.com/office/officeart/2018/2/layout/IconCircleList"/>
    <dgm:cxn modelId="{4590355A-57A3-4EC1-8684-E9618CD6D5AA}" srcId="{1C5EB1F3-22F0-4FED-88B9-C5062953CD07}" destId="{5225B709-F4D0-459C-948A-4F38635C8BE0}" srcOrd="4" destOrd="0" parTransId="{E5D7F823-FD58-41A8-9FE8-A7BF8800559A}" sibTransId="{34AC7C88-1EA4-40A9-94D5-D6B84FF2A7E8}"/>
    <dgm:cxn modelId="{7A392D7B-34A0-4516-ADF9-CA4394228C66}" srcId="{1C5EB1F3-22F0-4FED-88B9-C5062953CD07}" destId="{2C6B2E65-15BC-41FB-A050-67FF98411C23}" srcOrd="1" destOrd="0" parTransId="{47582433-34EB-4CC5-887F-928D43E2A86E}" sibTransId="{0391454D-D716-4791-B347-F1730A7EDCFD}"/>
    <dgm:cxn modelId="{805E4488-9261-47E8-9B9E-C928BDC1AB77}" type="presOf" srcId="{0391454D-D716-4791-B347-F1730A7EDCFD}" destId="{CDB3C637-22F0-4274-934F-0CEC94DCD63B}" srcOrd="0" destOrd="0" presId="urn:microsoft.com/office/officeart/2018/2/layout/IconCircleList"/>
    <dgm:cxn modelId="{261EEA8D-6FDF-448A-A2AC-ADE0338BB58A}" type="presOf" srcId="{1C5EB1F3-22F0-4FED-88B9-C5062953CD07}" destId="{F4846F48-80CB-431B-A541-211788C00667}" srcOrd="0" destOrd="0" presId="urn:microsoft.com/office/officeart/2018/2/layout/IconCircleList"/>
    <dgm:cxn modelId="{EACEACA9-C49B-4D41-819A-7F21C38343EA}" srcId="{1C5EB1F3-22F0-4FED-88B9-C5062953CD07}" destId="{326BC229-80DC-41CB-9450-017077BCDEAD}" srcOrd="3" destOrd="0" parTransId="{BDB0144C-1CA8-4154-B2B4-80BC048AFB0F}" sibTransId="{99FA32F4-CAF8-4A0E-8B34-EC544B9333CC}"/>
    <dgm:cxn modelId="{273453EC-DA57-4637-9E4D-A96E3753E5CA}" type="presOf" srcId="{326BC229-80DC-41CB-9450-017077BCDEAD}" destId="{2C104C1D-637C-499F-9948-BF11BEE70BD9}" srcOrd="0" destOrd="0" presId="urn:microsoft.com/office/officeart/2018/2/layout/IconCircleList"/>
    <dgm:cxn modelId="{321FAAF2-C813-4F15-8AEB-319D3E585096}" srcId="{1C5EB1F3-22F0-4FED-88B9-C5062953CD07}" destId="{401C6E0C-DADB-4160-A39A-6CB7000E3A86}" srcOrd="0" destOrd="0" parTransId="{81CBDE0D-22CF-422D-AB7C-82AFC64B390B}" sibTransId="{DEAFC2D4-DC7F-493A-896B-73454CDF3DC3}"/>
    <dgm:cxn modelId="{714CE4FC-84BC-417F-B528-568D3000F33D}" type="presOf" srcId="{5225B709-F4D0-459C-948A-4F38635C8BE0}" destId="{B7B15911-1BAA-42B4-AF1B-3C7D0998F426}" srcOrd="0" destOrd="0" presId="urn:microsoft.com/office/officeart/2018/2/layout/IconCircleList"/>
    <dgm:cxn modelId="{1F8462FF-0EE3-4883-B536-3799A2421E5B}" type="presOf" srcId="{2C6B2E65-15BC-41FB-A050-67FF98411C23}" destId="{803052AA-A8A3-4710-B0CD-4191F08C634B}" srcOrd="0" destOrd="0" presId="urn:microsoft.com/office/officeart/2018/2/layout/IconCircleList"/>
    <dgm:cxn modelId="{71E7B5FF-EFE6-4A8E-B21C-66346687B791}" type="presOf" srcId="{EE34FAED-4492-42AD-B8F1-E4D94FC6A049}" destId="{C35F67B6-B304-4D08-86B4-F797499CE25A}" srcOrd="0" destOrd="0" presId="urn:microsoft.com/office/officeart/2018/2/layout/IconCircleList"/>
    <dgm:cxn modelId="{3D163413-05B5-467E-883E-6993FD157B2F}" type="presParOf" srcId="{F4846F48-80CB-431B-A541-211788C00667}" destId="{5B60D182-0536-4D8D-9E79-489A6A5BB3E9}" srcOrd="0" destOrd="0" presId="urn:microsoft.com/office/officeart/2018/2/layout/IconCircleList"/>
    <dgm:cxn modelId="{993FE529-00BA-46D8-83E8-3DFC41F82647}" type="presParOf" srcId="{5B60D182-0536-4D8D-9E79-489A6A5BB3E9}" destId="{23F9E2E1-3707-47F0-B948-BF92A53732C0}" srcOrd="0" destOrd="0" presId="urn:microsoft.com/office/officeart/2018/2/layout/IconCircleList"/>
    <dgm:cxn modelId="{B4BD2545-7E11-4D60-86FC-1D8C98CF8F08}" type="presParOf" srcId="{23F9E2E1-3707-47F0-B948-BF92A53732C0}" destId="{AB76D44C-D622-4990-AB9B-FDF0AA0DA70D}" srcOrd="0" destOrd="0" presId="urn:microsoft.com/office/officeart/2018/2/layout/IconCircleList"/>
    <dgm:cxn modelId="{41BBD3B3-597F-4E1F-AD5D-9130A5BCD592}" type="presParOf" srcId="{23F9E2E1-3707-47F0-B948-BF92A53732C0}" destId="{342890DA-ADC6-4AED-9B98-8E73F22D3D3F}" srcOrd="1" destOrd="0" presId="urn:microsoft.com/office/officeart/2018/2/layout/IconCircleList"/>
    <dgm:cxn modelId="{34EE0CD2-3A60-42BB-BBB5-EF87B1E35F2A}" type="presParOf" srcId="{23F9E2E1-3707-47F0-B948-BF92A53732C0}" destId="{625DFB29-E55B-4570-8F9D-C2A4B38ADB33}" srcOrd="2" destOrd="0" presId="urn:microsoft.com/office/officeart/2018/2/layout/IconCircleList"/>
    <dgm:cxn modelId="{8522310E-389C-4544-8295-D85287B7D72E}" type="presParOf" srcId="{23F9E2E1-3707-47F0-B948-BF92A53732C0}" destId="{2EA5377F-7B0D-4C7C-AC75-412C9B3CD01E}" srcOrd="3" destOrd="0" presId="urn:microsoft.com/office/officeart/2018/2/layout/IconCircleList"/>
    <dgm:cxn modelId="{72E0F1B5-2415-4D08-877A-1EB69629A590}" type="presParOf" srcId="{5B60D182-0536-4D8D-9E79-489A6A5BB3E9}" destId="{60929C9E-9182-4719-B25D-F043B34357FA}" srcOrd="1" destOrd="0" presId="urn:microsoft.com/office/officeart/2018/2/layout/IconCircleList"/>
    <dgm:cxn modelId="{F4A9440F-A6B4-41CC-8BD1-FD67E02BC394}" type="presParOf" srcId="{5B60D182-0536-4D8D-9E79-489A6A5BB3E9}" destId="{F8F38D9D-9F44-4937-A563-5CC7940937A4}" srcOrd="2" destOrd="0" presId="urn:microsoft.com/office/officeart/2018/2/layout/IconCircleList"/>
    <dgm:cxn modelId="{B39C7AD7-5C96-40B0-90A1-0B2C47A98E63}" type="presParOf" srcId="{F8F38D9D-9F44-4937-A563-5CC7940937A4}" destId="{9F631131-CFC1-45E0-8C11-8DCE16340CA0}" srcOrd="0" destOrd="0" presId="urn:microsoft.com/office/officeart/2018/2/layout/IconCircleList"/>
    <dgm:cxn modelId="{76804B69-1767-4331-B8CB-6CEEE750846C}" type="presParOf" srcId="{F8F38D9D-9F44-4937-A563-5CC7940937A4}" destId="{B90B353B-C617-4B0F-9F40-2D4AC4D28CD5}" srcOrd="1" destOrd="0" presId="urn:microsoft.com/office/officeart/2018/2/layout/IconCircleList"/>
    <dgm:cxn modelId="{904B757E-BD94-429A-AFE2-708684480E5D}" type="presParOf" srcId="{F8F38D9D-9F44-4937-A563-5CC7940937A4}" destId="{FE76F5BA-2D18-4E46-B6EA-0A121E6F1179}" srcOrd="2" destOrd="0" presId="urn:microsoft.com/office/officeart/2018/2/layout/IconCircleList"/>
    <dgm:cxn modelId="{5C29B2B0-24D0-42BD-A42B-5CEDF1833C06}" type="presParOf" srcId="{F8F38D9D-9F44-4937-A563-5CC7940937A4}" destId="{803052AA-A8A3-4710-B0CD-4191F08C634B}" srcOrd="3" destOrd="0" presId="urn:microsoft.com/office/officeart/2018/2/layout/IconCircleList"/>
    <dgm:cxn modelId="{E494B955-B35A-4E7B-A5CC-2F9923BBA4A5}" type="presParOf" srcId="{5B60D182-0536-4D8D-9E79-489A6A5BB3E9}" destId="{CDB3C637-22F0-4274-934F-0CEC94DCD63B}" srcOrd="3" destOrd="0" presId="urn:microsoft.com/office/officeart/2018/2/layout/IconCircleList"/>
    <dgm:cxn modelId="{4DD9366D-10B1-40A8-A853-B37F709A5A2A}" type="presParOf" srcId="{5B60D182-0536-4D8D-9E79-489A6A5BB3E9}" destId="{9FD74BF4-5265-4DB7-85AB-498D3DCB204C}" srcOrd="4" destOrd="0" presId="urn:microsoft.com/office/officeart/2018/2/layout/IconCircleList"/>
    <dgm:cxn modelId="{EA2EFDCF-E96B-4D8B-A887-A8068E057A66}" type="presParOf" srcId="{9FD74BF4-5265-4DB7-85AB-498D3DCB204C}" destId="{DDD6F211-7421-4BDD-82F9-0E735F67D59C}" srcOrd="0" destOrd="0" presId="urn:microsoft.com/office/officeart/2018/2/layout/IconCircleList"/>
    <dgm:cxn modelId="{BF60401C-0B94-49CA-BA7E-9D4D0705FB39}" type="presParOf" srcId="{9FD74BF4-5265-4DB7-85AB-498D3DCB204C}" destId="{ED7A969E-2FFF-4BB0-AC86-48407595B744}" srcOrd="1" destOrd="0" presId="urn:microsoft.com/office/officeart/2018/2/layout/IconCircleList"/>
    <dgm:cxn modelId="{17EDDC7C-1C7F-49A5-BC84-5861CD4A7B91}" type="presParOf" srcId="{9FD74BF4-5265-4DB7-85AB-498D3DCB204C}" destId="{7CE08C14-17D2-4DDA-AB9D-E891F7C90480}" srcOrd="2" destOrd="0" presId="urn:microsoft.com/office/officeart/2018/2/layout/IconCircleList"/>
    <dgm:cxn modelId="{06C6B591-65E7-4E5C-A5CC-4E2FAB6F35B0}" type="presParOf" srcId="{9FD74BF4-5265-4DB7-85AB-498D3DCB204C}" destId="{884246F6-AA54-4336-8A9D-20502964B519}" srcOrd="3" destOrd="0" presId="urn:microsoft.com/office/officeart/2018/2/layout/IconCircleList"/>
    <dgm:cxn modelId="{DAAEA039-0F00-4E3C-91BA-41FC0A4DFCFE}" type="presParOf" srcId="{5B60D182-0536-4D8D-9E79-489A6A5BB3E9}" destId="{C35F67B6-B304-4D08-86B4-F797499CE25A}" srcOrd="5" destOrd="0" presId="urn:microsoft.com/office/officeart/2018/2/layout/IconCircleList"/>
    <dgm:cxn modelId="{758BC344-38F0-46B8-9E12-1BDE68AA35B2}" type="presParOf" srcId="{5B60D182-0536-4D8D-9E79-489A6A5BB3E9}" destId="{5DBB1123-C745-47CE-A595-B53B22D99D2B}" srcOrd="6" destOrd="0" presId="urn:microsoft.com/office/officeart/2018/2/layout/IconCircleList"/>
    <dgm:cxn modelId="{D697C39E-9743-4591-969C-0EE3AAFC2092}" type="presParOf" srcId="{5DBB1123-C745-47CE-A595-B53B22D99D2B}" destId="{33B1D101-C2ED-4DF9-99AA-B0212932B80D}" srcOrd="0" destOrd="0" presId="urn:microsoft.com/office/officeart/2018/2/layout/IconCircleList"/>
    <dgm:cxn modelId="{1A2E3DFF-6168-41A7-9F0F-7DA4BF1D96AA}" type="presParOf" srcId="{5DBB1123-C745-47CE-A595-B53B22D99D2B}" destId="{E3D71197-B41E-45D1-A745-C9015C9C7D36}" srcOrd="1" destOrd="0" presId="urn:microsoft.com/office/officeart/2018/2/layout/IconCircleList"/>
    <dgm:cxn modelId="{355ABA77-9D41-4864-8C66-2230A0340FB3}" type="presParOf" srcId="{5DBB1123-C745-47CE-A595-B53B22D99D2B}" destId="{C38C2525-638B-406A-BA09-44F649B86E27}" srcOrd="2" destOrd="0" presId="urn:microsoft.com/office/officeart/2018/2/layout/IconCircleList"/>
    <dgm:cxn modelId="{2022B630-828C-48DD-B790-195AEAB11FAA}" type="presParOf" srcId="{5DBB1123-C745-47CE-A595-B53B22D99D2B}" destId="{2C104C1D-637C-499F-9948-BF11BEE70BD9}" srcOrd="3" destOrd="0" presId="urn:microsoft.com/office/officeart/2018/2/layout/IconCircleList"/>
    <dgm:cxn modelId="{5FC1FC08-D920-4C08-98CC-60A3C315847C}" type="presParOf" srcId="{5B60D182-0536-4D8D-9E79-489A6A5BB3E9}" destId="{F62EF5B0-03E5-4527-8B58-571D31E4D248}" srcOrd="7" destOrd="0" presId="urn:microsoft.com/office/officeart/2018/2/layout/IconCircleList"/>
    <dgm:cxn modelId="{9F6D2DC9-FB0D-4F06-905E-CF16A8E8D180}" type="presParOf" srcId="{5B60D182-0536-4D8D-9E79-489A6A5BB3E9}" destId="{EC017D73-929C-4D44-9FED-88F555ECCDC9}" srcOrd="8" destOrd="0" presId="urn:microsoft.com/office/officeart/2018/2/layout/IconCircleList"/>
    <dgm:cxn modelId="{3422170F-AE73-4975-9FD0-40D44296ECEC}" type="presParOf" srcId="{EC017D73-929C-4D44-9FED-88F555ECCDC9}" destId="{708CB63C-C65F-4D65-AC92-A727714712DF}" srcOrd="0" destOrd="0" presId="urn:microsoft.com/office/officeart/2018/2/layout/IconCircleList"/>
    <dgm:cxn modelId="{51449DF2-2F12-4F48-9E8F-A49B3F8B5997}" type="presParOf" srcId="{EC017D73-929C-4D44-9FED-88F555ECCDC9}" destId="{0AFED7D6-3071-4F39-9412-369746929F61}" srcOrd="1" destOrd="0" presId="urn:microsoft.com/office/officeart/2018/2/layout/IconCircleList"/>
    <dgm:cxn modelId="{E0743E0A-078F-4F83-9FE4-0E718D4DB285}" type="presParOf" srcId="{EC017D73-929C-4D44-9FED-88F555ECCDC9}" destId="{2C0DD2D7-60F4-43F6-B1F2-97FA82C50CB4}" srcOrd="2" destOrd="0" presId="urn:microsoft.com/office/officeart/2018/2/layout/IconCircleList"/>
    <dgm:cxn modelId="{7A94F940-627B-464B-93D3-24E601804064}" type="presParOf" srcId="{EC017D73-929C-4D44-9FED-88F555ECCDC9}" destId="{B7B15911-1BAA-42B4-AF1B-3C7D0998F42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D45B037-163F-4104-8C8D-CE680CF14101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3A4C2846-F762-4975-A3B6-182EFB8696C4}">
      <dgm:prSet/>
      <dgm:spPr/>
      <dgm:t>
        <a:bodyPr/>
        <a:lstStyle/>
        <a:p>
          <a:r>
            <a:rPr lang="en-US" b="1" dirty="0"/>
            <a:t>Copyleft (Share-Alike):</a:t>
          </a:r>
          <a:endParaRPr lang="en-US" dirty="0"/>
        </a:p>
      </dgm:t>
    </dgm:pt>
    <dgm:pt modelId="{1B12435C-D303-49B8-BFDA-D7F67738432C}" type="parTrans" cxnId="{B7D44FE3-367A-4125-8AE1-16738B3F07E1}">
      <dgm:prSet/>
      <dgm:spPr/>
      <dgm:t>
        <a:bodyPr/>
        <a:lstStyle/>
        <a:p>
          <a:endParaRPr lang="en-US"/>
        </a:p>
      </dgm:t>
    </dgm:pt>
    <dgm:pt modelId="{04D6F9C5-9C2B-4FF9-B779-C335191434D5}" type="sibTrans" cxnId="{B7D44FE3-367A-4125-8AE1-16738B3F07E1}">
      <dgm:prSet/>
      <dgm:spPr/>
      <dgm:t>
        <a:bodyPr/>
        <a:lstStyle/>
        <a:p>
          <a:endParaRPr lang="en-US"/>
        </a:p>
      </dgm:t>
    </dgm:pt>
    <dgm:pt modelId="{21018DB8-A654-4E98-936F-E2ED4DE49117}">
      <dgm:prSet/>
      <dgm:spPr/>
      <dgm:t>
        <a:bodyPr/>
        <a:lstStyle/>
        <a:p>
          <a:r>
            <a:rPr lang="en-US"/>
            <a:t>Mandates that redistributed code and improvements remain open</a:t>
          </a:r>
        </a:p>
      </dgm:t>
    </dgm:pt>
    <dgm:pt modelId="{9D0F68AB-4EB9-40D0-9FC3-83771D350CDF}" type="parTrans" cxnId="{BD7B253F-FD9B-42AD-B263-0F24F6713935}">
      <dgm:prSet/>
      <dgm:spPr/>
      <dgm:t>
        <a:bodyPr/>
        <a:lstStyle/>
        <a:p>
          <a:endParaRPr lang="en-US"/>
        </a:p>
      </dgm:t>
    </dgm:pt>
    <dgm:pt modelId="{44117498-2C61-495E-8987-678C0D91A69D}" type="sibTrans" cxnId="{BD7B253F-FD9B-42AD-B263-0F24F6713935}">
      <dgm:prSet/>
      <dgm:spPr/>
      <dgm:t>
        <a:bodyPr/>
        <a:lstStyle/>
        <a:p>
          <a:endParaRPr lang="en-US"/>
        </a:p>
      </dgm:t>
    </dgm:pt>
    <dgm:pt modelId="{70E41C2D-8134-4FD1-B389-4B201F75280C}">
      <dgm:prSet/>
      <dgm:spPr/>
      <dgm:t>
        <a:bodyPr/>
        <a:lstStyle/>
        <a:p>
          <a:r>
            <a:rPr lang="en-US" b="1"/>
            <a:t>Examples:</a:t>
          </a:r>
          <a:r>
            <a:rPr lang="en-US"/>
            <a:t> GNU GPL, GNU LGPL</a:t>
          </a:r>
        </a:p>
      </dgm:t>
    </dgm:pt>
    <dgm:pt modelId="{3FE683C7-834A-4584-9FB1-50804792AA33}" type="parTrans" cxnId="{7EA01B1B-BF1D-4A42-8E03-B556D233169F}">
      <dgm:prSet/>
      <dgm:spPr/>
      <dgm:t>
        <a:bodyPr/>
        <a:lstStyle/>
        <a:p>
          <a:endParaRPr lang="en-US"/>
        </a:p>
      </dgm:t>
    </dgm:pt>
    <dgm:pt modelId="{72070045-FE62-453E-91EB-92D24BFFCBCB}" type="sibTrans" cxnId="{7EA01B1B-BF1D-4A42-8E03-B556D233169F}">
      <dgm:prSet/>
      <dgm:spPr/>
      <dgm:t>
        <a:bodyPr/>
        <a:lstStyle/>
        <a:p>
          <a:endParaRPr lang="en-US"/>
        </a:p>
      </dgm:t>
    </dgm:pt>
    <dgm:pt modelId="{FF81FD68-9C62-4CF3-B294-7A4EC8174315}">
      <dgm:prSet/>
      <dgm:spPr/>
      <dgm:t>
        <a:bodyPr/>
        <a:lstStyle/>
        <a:p>
          <a:r>
            <a:rPr lang="en-US" b="1"/>
            <a:t>Permissive Licenses:</a:t>
          </a:r>
          <a:endParaRPr lang="en-US"/>
        </a:p>
      </dgm:t>
    </dgm:pt>
    <dgm:pt modelId="{0211DC0A-92B2-4C0B-AC5C-3D3258249270}" type="parTrans" cxnId="{A01A6EFA-80B6-423A-9F58-031D06315440}">
      <dgm:prSet/>
      <dgm:spPr/>
      <dgm:t>
        <a:bodyPr/>
        <a:lstStyle/>
        <a:p>
          <a:endParaRPr lang="en-US"/>
        </a:p>
      </dgm:t>
    </dgm:pt>
    <dgm:pt modelId="{F976B231-B4C2-4ED0-8A95-751E790D4F35}" type="sibTrans" cxnId="{A01A6EFA-80B6-423A-9F58-031D06315440}">
      <dgm:prSet/>
      <dgm:spPr/>
      <dgm:t>
        <a:bodyPr/>
        <a:lstStyle/>
        <a:p>
          <a:endParaRPr lang="en-US"/>
        </a:p>
      </dgm:t>
    </dgm:pt>
    <dgm:pt modelId="{00BCAD5A-59D2-46F5-ABA9-D3F8397DAFB9}">
      <dgm:prSet/>
      <dgm:spPr/>
      <dgm:t>
        <a:bodyPr/>
        <a:lstStyle/>
        <a:p>
          <a:r>
            <a:rPr lang="en-US"/>
            <a:t>Maximizes reuse; allows code integration into proprietary products</a:t>
          </a:r>
        </a:p>
      </dgm:t>
    </dgm:pt>
    <dgm:pt modelId="{7767780C-EC51-42D8-9914-8839AA1070E1}" type="parTrans" cxnId="{DAB2DB89-6BF7-49FB-8886-14F6E8819EB8}">
      <dgm:prSet/>
      <dgm:spPr/>
      <dgm:t>
        <a:bodyPr/>
        <a:lstStyle/>
        <a:p>
          <a:endParaRPr lang="en-US"/>
        </a:p>
      </dgm:t>
    </dgm:pt>
    <dgm:pt modelId="{9359F115-3FED-41E5-A6A3-EE85AD5A98F7}" type="sibTrans" cxnId="{DAB2DB89-6BF7-49FB-8886-14F6E8819EB8}">
      <dgm:prSet/>
      <dgm:spPr/>
      <dgm:t>
        <a:bodyPr/>
        <a:lstStyle/>
        <a:p>
          <a:endParaRPr lang="en-US"/>
        </a:p>
      </dgm:t>
    </dgm:pt>
    <dgm:pt modelId="{57BC8FCA-E8B4-4C44-A673-2272CDC8AE65}">
      <dgm:prSet/>
      <dgm:spPr/>
      <dgm:t>
        <a:bodyPr/>
        <a:lstStyle/>
        <a:p>
          <a:r>
            <a:rPr lang="en-US" b="1"/>
            <a:t>Examples:</a:t>
          </a:r>
          <a:r>
            <a:rPr lang="en-US"/>
            <a:t> MIT, Apache 2.0, Simplified BSD</a:t>
          </a:r>
        </a:p>
      </dgm:t>
    </dgm:pt>
    <dgm:pt modelId="{EF50FFAB-6E85-4BEA-ACB3-768DFEEF46FF}" type="parTrans" cxnId="{0476072E-7561-4138-8DFC-7A5A624AE049}">
      <dgm:prSet/>
      <dgm:spPr/>
      <dgm:t>
        <a:bodyPr/>
        <a:lstStyle/>
        <a:p>
          <a:endParaRPr lang="en-US"/>
        </a:p>
      </dgm:t>
    </dgm:pt>
    <dgm:pt modelId="{B58218DD-B850-4243-8536-E0112D1E5494}" type="sibTrans" cxnId="{0476072E-7561-4138-8DFC-7A5A624AE049}">
      <dgm:prSet/>
      <dgm:spPr/>
      <dgm:t>
        <a:bodyPr/>
        <a:lstStyle/>
        <a:p>
          <a:endParaRPr lang="en-US"/>
        </a:p>
      </dgm:t>
    </dgm:pt>
    <dgm:pt modelId="{AE272BD7-934A-488E-BAF6-B9F9B6D437B4}">
      <dgm:prSet/>
      <dgm:spPr/>
      <dgm:t>
        <a:bodyPr/>
        <a:lstStyle/>
        <a:p>
          <a:r>
            <a:rPr lang="en-US" b="1"/>
            <a:t>Who Develops Open Source?</a:t>
          </a:r>
          <a:endParaRPr lang="en-US"/>
        </a:p>
      </dgm:t>
    </dgm:pt>
    <dgm:pt modelId="{BC286D0F-163A-4889-8CC5-9D71BAB172E8}" type="parTrans" cxnId="{777DDA52-9E91-4746-910F-C18946C6DFF5}">
      <dgm:prSet/>
      <dgm:spPr/>
      <dgm:t>
        <a:bodyPr/>
        <a:lstStyle/>
        <a:p>
          <a:endParaRPr lang="en-US"/>
        </a:p>
      </dgm:t>
    </dgm:pt>
    <dgm:pt modelId="{6302A99A-6E4A-4D57-84F4-5B28AEDB2CE1}" type="sibTrans" cxnId="{777DDA52-9E91-4746-910F-C18946C6DFF5}">
      <dgm:prSet/>
      <dgm:spPr/>
      <dgm:t>
        <a:bodyPr/>
        <a:lstStyle/>
        <a:p>
          <a:endParaRPr lang="en-US"/>
        </a:p>
      </dgm:t>
    </dgm:pt>
    <dgm:pt modelId="{1DC02B72-2B39-469B-940A-4EEEBA0BB273}">
      <dgm:prSet/>
      <dgm:spPr/>
      <dgm:t>
        <a:bodyPr/>
        <a:lstStyle/>
        <a:p>
          <a:r>
            <a:rPr lang="en-US" b="1"/>
            <a:t>Professional Dominance:</a:t>
          </a:r>
          <a:r>
            <a:rPr lang="en-US"/>
            <a:t> Mostly paid engineers funded by enterprises for strategic innovation</a:t>
          </a:r>
        </a:p>
      </dgm:t>
    </dgm:pt>
    <dgm:pt modelId="{4DA71EC6-9CD3-427E-927A-FB14ECA5D1C7}" type="parTrans" cxnId="{7F62E884-E25F-433D-A611-45A953843E5F}">
      <dgm:prSet/>
      <dgm:spPr/>
      <dgm:t>
        <a:bodyPr/>
        <a:lstStyle/>
        <a:p>
          <a:endParaRPr lang="en-US"/>
        </a:p>
      </dgm:t>
    </dgm:pt>
    <dgm:pt modelId="{24B02990-3536-48AC-BEF5-ECA67C699F35}" type="sibTrans" cxnId="{7F62E884-E25F-433D-A611-45A953843E5F}">
      <dgm:prSet/>
      <dgm:spPr/>
      <dgm:t>
        <a:bodyPr/>
        <a:lstStyle/>
        <a:p>
          <a:endParaRPr lang="en-US"/>
        </a:p>
      </dgm:t>
    </dgm:pt>
    <dgm:pt modelId="{4DC67B01-A1B8-4413-A487-3248827A4951}">
      <dgm:prSet/>
      <dgm:spPr/>
      <dgm:t>
        <a:bodyPr/>
        <a:lstStyle/>
        <a:p>
          <a:r>
            <a:rPr lang="en-US" b="1"/>
            <a:t>Collaborative Community:</a:t>
          </a:r>
          <a:r>
            <a:rPr lang="en-US"/>
            <a:t> Volunteers and academia drive rapid growth in emerging technologies</a:t>
          </a:r>
        </a:p>
      </dgm:t>
    </dgm:pt>
    <dgm:pt modelId="{58462C6A-F7BE-4F0C-B1A3-81A61C4F7E55}" type="parTrans" cxnId="{91DBD58C-1E05-438A-A9ED-1AD549EAE70D}">
      <dgm:prSet/>
      <dgm:spPr/>
      <dgm:t>
        <a:bodyPr/>
        <a:lstStyle/>
        <a:p>
          <a:endParaRPr lang="en-US"/>
        </a:p>
      </dgm:t>
    </dgm:pt>
    <dgm:pt modelId="{17D16794-3B0B-4A2B-BB9F-D24D4E8A8314}" type="sibTrans" cxnId="{91DBD58C-1E05-438A-A9ED-1AD549EAE70D}">
      <dgm:prSet/>
      <dgm:spPr/>
      <dgm:t>
        <a:bodyPr/>
        <a:lstStyle/>
        <a:p>
          <a:endParaRPr lang="en-US"/>
        </a:p>
      </dgm:t>
    </dgm:pt>
    <dgm:pt modelId="{A2388E97-1C81-48DC-8188-33E6A9C234B4}" type="pres">
      <dgm:prSet presAssocID="{DD45B037-163F-4104-8C8D-CE680CF14101}" presName="linear" presStyleCnt="0">
        <dgm:presLayoutVars>
          <dgm:dir/>
          <dgm:animLvl val="lvl"/>
          <dgm:resizeHandles val="exact"/>
        </dgm:presLayoutVars>
      </dgm:prSet>
      <dgm:spPr/>
    </dgm:pt>
    <dgm:pt modelId="{7AC45663-0E4D-464E-B8C8-CF761972FAAA}" type="pres">
      <dgm:prSet presAssocID="{3A4C2846-F762-4975-A3B6-182EFB8696C4}" presName="parentLin" presStyleCnt="0"/>
      <dgm:spPr/>
    </dgm:pt>
    <dgm:pt modelId="{CD4AA704-BF75-4872-94F7-DDE8AABF3189}" type="pres">
      <dgm:prSet presAssocID="{3A4C2846-F762-4975-A3B6-182EFB8696C4}" presName="parentLeftMargin" presStyleLbl="node1" presStyleIdx="0" presStyleCnt="3"/>
      <dgm:spPr/>
    </dgm:pt>
    <dgm:pt modelId="{F27F1F5E-0487-4226-8178-29F55CDF1648}" type="pres">
      <dgm:prSet presAssocID="{3A4C2846-F762-4975-A3B6-182EFB8696C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DE1C0E0-D089-4EF9-B6B0-7CB7F09023DF}" type="pres">
      <dgm:prSet presAssocID="{3A4C2846-F762-4975-A3B6-182EFB8696C4}" presName="negativeSpace" presStyleCnt="0"/>
      <dgm:spPr/>
    </dgm:pt>
    <dgm:pt modelId="{1C05C4E5-D020-41A3-9966-0442CAE67F00}" type="pres">
      <dgm:prSet presAssocID="{3A4C2846-F762-4975-A3B6-182EFB8696C4}" presName="childText" presStyleLbl="conFgAcc1" presStyleIdx="0" presStyleCnt="3">
        <dgm:presLayoutVars>
          <dgm:bulletEnabled val="1"/>
        </dgm:presLayoutVars>
      </dgm:prSet>
      <dgm:spPr/>
    </dgm:pt>
    <dgm:pt modelId="{3834FA1E-F7FF-4390-8906-90F0BEA1DF43}" type="pres">
      <dgm:prSet presAssocID="{04D6F9C5-9C2B-4FF9-B779-C335191434D5}" presName="spaceBetweenRectangles" presStyleCnt="0"/>
      <dgm:spPr/>
    </dgm:pt>
    <dgm:pt modelId="{9950415B-1AB6-4E82-A98D-52EFE23179DD}" type="pres">
      <dgm:prSet presAssocID="{FF81FD68-9C62-4CF3-B294-7A4EC8174315}" presName="parentLin" presStyleCnt="0"/>
      <dgm:spPr/>
    </dgm:pt>
    <dgm:pt modelId="{34A8A595-C0E5-452B-8C1D-50FACADEA33B}" type="pres">
      <dgm:prSet presAssocID="{FF81FD68-9C62-4CF3-B294-7A4EC8174315}" presName="parentLeftMargin" presStyleLbl="node1" presStyleIdx="0" presStyleCnt="3"/>
      <dgm:spPr/>
    </dgm:pt>
    <dgm:pt modelId="{8027F3A4-9CF4-4CAA-B3C5-E738B60EAC20}" type="pres">
      <dgm:prSet presAssocID="{FF81FD68-9C62-4CF3-B294-7A4EC817431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495A024-1A8F-42F8-BE78-37DA9DCCD387}" type="pres">
      <dgm:prSet presAssocID="{FF81FD68-9C62-4CF3-B294-7A4EC8174315}" presName="negativeSpace" presStyleCnt="0"/>
      <dgm:spPr/>
    </dgm:pt>
    <dgm:pt modelId="{6ECAB1E5-3D19-4659-9A5B-2D9A544D6C69}" type="pres">
      <dgm:prSet presAssocID="{FF81FD68-9C62-4CF3-B294-7A4EC8174315}" presName="childText" presStyleLbl="conFgAcc1" presStyleIdx="1" presStyleCnt="3">
        <dgm:presLayoutVars>
          <dgm:bulletEnabled val="1"/>
        </dgm:presLayoutVars>
      </dgm:prSet>
      <dgm:spPr/>
    </dgm:pt>
    <dgm:pt modelId="{B9AB3293-07EC-411C-8342-22B779C46E08}" type="pres">
      <dgm:prSet presAssocID="{F976B231-B4C2-4ED0-8A95-751E790D4F35}" presName="spaceBetweenRectangles" presStyleCnt="0"/>
      <dgm:spPr/>
    </dgm:pt>
    <dgm:pt modelId="{A25C62A8-C5A6-480D-9FC2-97A4F40F0576}" type="pres">
      <dgm:prSet presAssocID="{AE272BD7-934A-488E-BAF6-B9F9B6D437B4}" presName="parentLin" presStyleCnt="0"/>
      <dgm:spPr/>
    </dgm:pt>
    <dgm:pt modelId="{99C3EAE6-9849-4234-842A-8F5267CFE7AE}" type="pres">
      <dgm:prSet presAssocID="{AE272BD7-934A-488E-BAF6-B9F9B6D437B4}" presName="parentLeftMargin" presStyleLbl="node1" presStyleIdx="1" presStyleCnt="3"/>
      <dgm:spPr/>
    </dgm:pt>
    <dgm:pt modelId="{F798821F-5E7E-49BF-A870-7A534A322482}" type="pres">
      <dgm:prSet presAssocID="{AE272BD7-934A-488E-BAF6-B9F9B6D437B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B94B4E96-29BE-48BD-BF8D-95A74C85DE86}" type="pres">
      <dgm:prSet presAssocID="{AE272BD7-934A-488E-BAF6-B9F9B6D437B4}" presName="negativeSpace" presStyleCnt="0"/>
      <dgm:spPr/>
    </dgm:pt>
    <dgm:pt modelId="{297F17A4-03DF-4474-93B7-01277C139C1A}" type="pres">
      <dgm:prSet presAssocID="{AE272BD7-934A-488E-BAF6-B9F9B6D437B4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B7ABE04-1B23-48FF-B420-26120E83FE56}" type="presOf" srcId="{AE272BD7-934A-488E-BAF6-B9F9B6D437B4}" destId="{F798821F-5E7E-49BF-A870-7A534A322482}" srcOrd="1" destOrd="0" presId="urn:microsoft.com/office/officeart/2005/8/layout/list1"/>
    <dgm:cxn modelId="{7EA01B1B-BF1D-4A42-8E03-B556D233169F}" srcId="{3A4C2846-F762-4975-A3B6-182EFB8696C4}" destId="{70E41C2D-8134-4FD1-B389-4B201F75280C}" srcOrd="1" destOrd="0" parTransId="{3FE683C7-834A-4584-9FB1-50804792AA33}" sibTransId="{72070045-FE62-453E-91EB-92D24BFFCBCB}"/>
    <dgm:cxn modelId="{0476072E-7561-4138-8DFC-7A5A624AE049}" srcId="{FF81FD68-9C62-4CF3-B294-7A4EC8174315}" destId="{57BC8FCA-E8B4-4C44-A673-2272CDC8AE65}" srcOrd="1" destOrd="0" parTransId="{EF50FFAB-6E85-4BEA-ACB3-768DFEEF46FF}" sibTransId="{B58218DD-B850-4243-8536-E0112D1E5494}"/>
    <dgm:cxn modelId="{327E9E33-0415-49C7-8D4F-D6C774A55DEF}" type="presOf" srcId="{DD45B037-163F-4104-8C8D-CE680CF14101}" destId="{A2388E97-1C81-48DC-8188-33E6A9C234B4}" srcOrd="0" destOrd="0" presId="urn:microsoft.com/office/officeart/2005/8/layout/list1"/>
    <dgm:cxn modelId="{CBFC6236-B6B2-42F9-95A9-34A1078FDF88}" type="presOf" srcId="{1DC02B72-2B39-469B-940A-4EEEBA0BB273}" destId="{297F17A4-03DF-4474-93B7-01277C139C1A}" srcOrd="0" destOrd="0" presId="urn:microsoft.com/office/officeart/2005/8/layout/list1"/>
    <dgm:cxn modelId="{BD7B253F-FD9B-42AD-B263-0F24F6713935}" srcId="{3A4C2846-F762-4975-A3B6-182EFB8696C4}" destId="{21018DB8-A654-4E98-936F-E2ED4DE49117}" srcOrd="0" destOrd="0" parTransId="{9D0F68AB-4EB9-40D0-9FC3-83771D350CDF}" sibTransId="{44117498-2C61-495E-8987-678C0D91A69D}"/>
    <dgm:cxn modelId="{3EEDC051-E676-4FA7-8938-E149D9F65CB6}" type="presOf" srcId="{FF81FD68-9C62-4CF3-B294-7A4EC8174315}" destId="{34A8A595-C0E5-452B-8C1D-50FACADEA33B}" srcOrd="0" destOrd="0" presId="urn:microsoft.com/office/officeart/2005/8/layout/list1"/>
    <dgm:cxn modelId="{777DDA52-9E91-4746-910F-C18946C6DFF5}" srcId="{DD45B037-163F-4104-8C8D-CE680CF14101}" destId="{AE272BD7-934A-488E-BAF6-B9F9B6D437B4}" srcOrd="2" destOrd="0" parTransId="{BC286D0F-163A-4889-8CC5-9D71BAB172E8}" sibTransId="{6302A99A-6E4A-4D57-84F4-5B28AEDB2CE1}"/>
    <dgm:cxn modelId="{FAAEA47B-193D-43BE-AD0B-E2810E69DC1C}" type="presOf" srcId="{57BC8FCA-E8B4-4C44-A673-2272CDC8AE65}" destId="{6ECAB1E5-3D19-4659-9A5B-2D9A544D6C69}" srcOrd="0" destOrd="1" presId="urn:microsoft.com/office/officeart/2005/8/layout/list1"/>
    <dgm:cxn modelId="{534CE781-9BB6-406B-9BE6-6A730D775E5D}" type="presOf" srcId="{70E41C2D-8134-4FD1-B389-4B201F75280C}" destId="{1C05C4E5-D020-41A3-9966-0442CAE67F00}" srcOrd="0" destOrd="1" presId="urn:microsoft.com/office/officeart/2005/8/layout/list1"/>
    <dgm:cxn modelId="{7F62E884-E25F-433D-A611-45A953843E5F}" srcId="{AE272BD7-934A-488E-BAF6-B9F9B6D437B4}" destId="{1DC02B72-2B39-469B-940A-4EEEBA0BB273}" srcOrd="0" destOrd="0" parTransId="{4DA71EC6-9CD3-427E-927A-FB14ECA5D1C7}" sibTransId="{24B02990-3536-48AC-BEF5-ECA67C699F35}"/>
    <dgm:cxn modelId="{DAB2DB89-6BF7-49FB-8886-14F6E8819EB8}" srcId="{FF81FD68-9C62-4CF3-B294-7A4EC8174315}" destId="{00BCAD5A-59D2-46F5-ABA9-D3F8397DAFB9}" srcOrd="0" destOrd="0" parTransId="{7767780C-EC51-42D8-9914-8839AA1070E1}" sibTransId="{9359F115-3FED-41E5-A6A3-EE85AD5A98F7}"/>
    <dgm:cxn modelId="{91DBD58C-1E05-438A-A9ED-1AD549EAE70D}" srcId="{AE272BD7-934A-488E-BAF6-B9F9B6D437B4}" destId="{4DC67B01-A1B8-4413-A487-3248827A4951}" srcOrd="1" destOrd="0" parTransId="{58462C6A-F7BE-4F0C-B1A3-81A61C4F7E55}" sibTransId="{17D16794-3B0B-4A2B-BB9F-D24D4E8A8314}"/>
    <dgm:cxn modelId="{7399F492-8DE7-4353-AA2D-394C7B7FF9F2}" type="presOf" srcId="{4DC67B01-A1B8-4413-A487-3248827A4951}" destId="{297F17A4-03DF-4474-93B7-01277C139C1A}" srcOrd="0" destOrd="1" presId="urn:microsoft.com/office/officeart/2005/8/layout/list1"/>
    <dgm:cxn modelId="{8C2ABCCB-80A6-42BA-B9B1-54A5D249B264}" type="presOf" srcId="{AE272BD7-934A-488E-BAF6-B9F9B6D437B4}" destId="{99C3EAE6-9849-4234-842A-8F5267CFE7AE}" srcOrd="0" destOrd="0" presId="urn:microsoft.com/office/officeart/2005/8/layout/list1"/>
    <dgm:cxn modelId="{431138D3-E018-4AF5-86B2-42CE2FF245C3}" type="presOf" srcId="{21018DB8-A654-4E98-936F-E2ED4DE49117}" destId="{1C05C4E5-D020-41A3-9966-0442CAE67F00}" srcOrd="0" destOrd="0" presId="urn:microsoft.com/office/officeart/2005/8/layout/list1"/>
    <dgm:cxn modelId="{9B6AC4DA-111F-48AD-BC11-6B5864E065F2}" type="presOf" srcId="{3A4C2846-F762-4975-A3B6-182EFB8696C4}" destId="{CD4AA704-BF75-4872-94F7-DDE8AABF3189}" srcOrd="0" destOrd="0" presId="urn:microsoft.com/office/officeart/2005/8/layout/list1"/>
    <dgm:cxn modelId="{B7D44FE3-367A-4125-8AE1-16738B3F07E1}" srcId="{DD45B037-163F-4104-8C8D-CE680CF14101}" destId="{3A4C2846-F762-4975-A3B6-182EFB8696C4}" srcOrd="0" destOrd="0" parTransId="{1B12435C-D303-49B8-BFDA-D7F67738432C}" sibTransId="{04D6F9C5-9C2B-4FF9-B779-C335191434D5}"/>
    <dgm:cxn modelId="{2FE195F7-B5D6-4952-9584-088E20C99A3C}" type="presOf" srcId="{00BCAD5A-59D2-46F5-ABA9-D3F8397DAFB9}" destId="{6ECAB1E5-3D19-4659-9A5B-2D9A544D6C69}" srcOrd="0" destOrd="0" presId="urn:microsoft.com/office/officeart/2005/8/layout/list1"/>
    <dgm:cxn modelId="{D2EBABF7-3A0B-4B8D-9F32-4E2B2B718175}" type="presOf" srcId="{FF81FD68-9C62-4CF3-B294-7A4EC8174315}" destId="{8027F3A4-9CF4-4CAA-B3C5-E738B60EAC20}" srcOrd="1" destOrd="0" presId="urn:microsoft.com/office/officeart/2005/8/layout/list1"/>
    <dgm:cxn modelId="{A01A6EFA-80B6-423A-9F58-031D06315440}" srcId="{DD45B037-163F-4104-8C8D-CE680CF14101}" destId="{FF81FD68-9C62-4CF3-B294-7A4EC8174315}" srcOrd="1" destOrd="0" parTransId="{0211DC0A-92B2-4C0B-AC5C-3D3258249270}" sibTransId="{F976B231-B4C2-4ED0-8A95-751E790D4F35}"/>
    <dgm:cxn modelId="{93B3D6FC-79EA-4C1D-A789-F51F141258B8}" type="presOf" srcId="{3A4C2846-F762-4975-A3B6-182EFB8696C4}" destId="{F27F1F5E-0487-4226-8178-29F55CDF1648}" srcOrd="1" destOrd="0" presId="urn:microsoft.com/office/officeart/2005/8/layout/list1"/>
    <dgm:cxn modelId="{3581556B-7558-4D5C-9710-0C97D31BA1E6}" type="presParOf" srcId="{A2388E97-1C81-48DC-8188-33E6A9C234B4}" destId="{7AC45663-0E4D-464E-B8C8-CF761972FAAA}" srcOrd="0" destOrd="0" presId="urn:microsoft.com/office/officeart/2005/8/layout/list1"/>
    <dgm:cxn modelId="{CA8141FB-DD69-4B2E-B688-66027627DE6F}" type="presParOf" srcId="{7AC45663-0E4D-464E-B8C8-CF761972FAAA}" destId="{CD4AA704-BF75-4872-94F7-DDE8AABF3189}" srcOrd="0" destOrd="0" presId="urn:microsoft.com/office/officeart/2005/8/layout/list1"/>
    <dgm:cxn modelId="{2222F527-12ED-4F75-9AFF-5D3D84E7C619}" type="presParOf" srcId="{7AC45663-0E4D-464E-B8C8-CF761972FAAA}" destId="{F27F1F5E-0487-4226-8178-29F55CDF1648}" srcOrd="1" destOrd="0" presId="urn:microsoft.com/office/officeart/2005/8/layout/list1"/>
    <dgm:cxn modelId="{9E22239C-FFF2-4156-8FC8-0D6B90B55104}" type="presParOf" srcId="{A2388E97-1C81-48DC-8188-33E6A9C234B4}" destId="{EDE1C0E0-D089-4EF9-B6B0-7CB7F09023DF}" srcOrd="1" destOrd="0" presId="urn:microsoft.com/office/officeart/2005/8/layout/list1"/>
    <dgm:cxn modelId="{9F5BD5DB-0821-4FE4-8246-93EB77708E53}" type="presParOf" srcId="{A2388E97-1C81-48DC-8188-33E6A9C234B4}" destId="{1C05C4E5-D020-41A3-9966-0442CAE67F00}" srcOrd="2" destOrd="0" presId="urn:microsoft.com/office/officeart/2005/8/layout/list1"/>
    <dgm:cxn modelId="{8319F98D-267B-466A-8A4C-615508B81D8A}" type="presParOf" srcId="{A2388E97-1C81-48DC-8188-33E6A9C234B4}" destId="{3834FA1E-F7FF-4390-8906-90F0BEA1DF43}" srcOrd="3" destOrd="0" presId="urn:microsoft.com/office/officeart/2005/8/layout/list1"/>
    <dgm:cxn modelId="{B5CCA3EC-03A5-4E7C-B781-46DFA46BE67D}" type="presParOf" srcId="{A2388E97-1C81-48DC-8188-33E6A9C234B4}" destId="{9950415B-1AB6-4E82-A98D-52EFE23179DD}" srcOrd="4" destOrd="0" presId="urn:microsoft.com/office/officeart/2005/8/layout/list1"/>
    <dgm:cxn modelId="{A3DE18E4-76D7-427E-B4FB-C7C411922723}" type="presParOf" srcId="{9950415B-1AB6-4E82-A98D-52EFE23179DD}" destId="{34A8A595-C0E5-452B-8C1D-50FACADEA33B}" srcOrd="0" destOrd="0" presId="urn:microsoft.com/office/officeart/2005/8/layout/list1"/>
    <dgm:cxn modelId="{487530D7-830F-4FF4-A3E1-65432CD6B8C5}" type="presParOf" srcId="{9950415B-1AB6-4E82-A98D-52EFE23179DD}" destId="{8027F3A4-9CF4-4CAA-B3C5-E738B60EAC20}" srcOrd="1" destOrd="0" presId="urn:microsoft.com/office/officeart/2005/8/layout/list1"/>
    <dgm:cxn modelId="{B25641E5-0D2C-46D3-94D0-B10BC0D46A7E}" type="presParOf" srcId="{A2388E97-1C81-48DC-8188-33E6A9C234B4}" destId="{5495A024-1A8F-42F8-BE78-37DA9DCCD387}" srcOrd="5" destOrd="0" presId="urn:microsoft.com/office/officeart/2005/8/layout/list1"/>
    <dgm:cxn modelId="{317036FC-A5C0-4D2D-8E65-86674E55E890}" type="presParOf" srcId="{A2388E97-1C81-48DC-8188-33E6A9C234B4}" destId="{6ECAB1E5-3D19-4659-9A5B-2D9A544D6C69}" srcOrd="6" destOrd="0" presId="urn:microsoft.com/office/officeart/2005/8/layout/list1"/>
    <dgm:cxn modelId="{200F53C7-26E7-4914-8CAB-F0D44FC723AA}" type="presParOf" srcId="{A2388E97-1C81-48DC-8188-33E6A9C234B4}" destId="{B9AB3293-07EC-411C-8342-22B779C46E08}" srcOrd="7" destOrd="0" presId="urn:microsoft.com/office/officeart/2005/8/layout/list1"/>
    <dgm:cxn modelId="{DB9082BE-08B1-4E7C-B7F8-A2979AA7B280}" type="presParOf" srcId="{A2388E97-1C81-48DC-8188-33E6A9C234B4}" destId="{A25C62A8-C5A6-480D-9FC2-97A4F40F0576}" srcOrd="8" destOrd="0" presId="urn:microsoft.com/office/officeart/2005/8/layout/list1"/>
    <dgm:cxn modelId="{381B7B5D-FFC0-4B98-9439-C9B3ECE2D11E}" type="presParOf" srcId="{A25C62A8-C5A6-480D-9FC2-97A4F40F0576}" destId="{99C3EAE6-9849-4234-842A-8F5267CFE7AE}" srcOrd="0" destOrd="0" presId="urn:microsoft.com/office/officeart/2005/8/layout/list1"/>
    <dgm:cxn modelId="{C9856D7F-FAE1-40B0-B950-1633007BD06C}" type="presParOf" srcId="{A25C62A8-C5A6-480D-9FC2-97A4F40F0576}" destId="{F798821F-5E7E-49BF-A870-7A534A322482}" srcOrd="1" destOrd="0" presId="urn:microsoft.com/office/officeart/2005/8/layout/list1"/>
    <dgm:cxn modelId="{D735A799-6300-4576-84D4-C5A8D92D5913}" type="presParOf" srcId="{A2388E97-1C81-48DC-8188-33E6A9C234B4}" destId="{B94B4E96-29BE-48BD-BF8D-95A74C85DE86}" srcOrd="9" destOrd="0" presId="urn:microsoft.com/office/officeart/2005/8/layout/list1"/>
    <dgm:cxn modelId="{AC440F8A-FD2A-4980-8DE7-246D274BA071}" type="presParOf" srcId="{A2388E97-1C81-48DC-8188-33E6A9C234B4}" destId="{297F17A4-03DF-4474-93B7-01277C139C1A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22751DD-79E0-4771-B57C-CEFE1EE8D301}" type="doc">
      <dgm:prSet loTypeId="urn:microsoft.com/office/officeart/2016/7/layout/HorizontalAction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BBC884D-FF4F-4FD7-B684-796CD1A5BBB2}">
      <dgm:prSet/>
      <dgm:spPr/>
      <dgm:t>
        <a:bodyPr/>
        <a:lstStyle/>
        <a:p>
          <a:r>
            <a:rPr lang="en-US" b="1"/>
            <a:t>entOS Evolution (Pre-2019 vs. Today)</a:t>
          </a:r>
          <a:endParaRPr lang="en-US"/>
        </a:p>
      </dgm:t>
    </dgm:pt>
    <dgm:pt modelId="{3F6C4194-CE1B-4BE7-9525-95EDED3E8225}" type="parTrans" cxnId="{60F65E71-AA73-43C4-A93F-0D8594CE4242}">
      <dgm:prSet/>
      <dgm:spPr/>
      <dgm:t>
        <a:bodyPr/>
        <a:lstStyle/>
        <a:p>
          <a:endParaRPr lang="en-US"/>
        </a:p>
      </dgm:t>
    </dgm:pt>
    <dgm:pt modelId="{F652794D-B0F5-45A5-8102-4369C95EAB03}" type="sibTrans" cxnId="{60F65E71-AA73-43C4-A93F-0D8594CE4242}">
      <dgm:prSet/>
      <dgm:spPr/>
      <dgm:t>
        <a:bodyPr/>
        <a:lstStyle/>
        <a:p>
          <a:endParaRPr lang="en-US"/>
        </a:p>
      </dgm:t>
    </dgm:pt>
    <dgm:pt modelId="{080648BC-A8B3-4846-BE97-BB799C7E387F}">
      <dgm:prSet/>
      <dgm:spPr/>
      <dgm:t>
        <a:bodyPr/>
        <a:lstStyle/>
        <a:p>
          <a:r>
            <a:rPr lang="en-US" b="1"/>
            <a:t>Legacy CentOS Linux:</a:t>
          </a:r>
          <a:r>
            <a:rPr lang="en-US"/>
            <a:t> Rebuilt downstream after RHEL releases, causing long delays for security patches and duplicated upstream effort</a:t>
          </a:r>
        </a:p>
      </dgm:t>
    </dgm:pt>
    <dgm:pt modelId="{653D0579-95E7-4B99-8011-064046835AF1}" type="parTrans" cxnId="{BFA5683D-2E19-4114-8091-C1ED550DF909}">
      <dgm:prSet/>
      <dgm:spPr/>
      <dgm:t>
        <a:bodyPr/>
        <a:lstStyle/>
        <a:p>
          <a:endParaRPr lang="en-US"/>
        </a:p>
      </dgm:t>
    </dgm:pt>
    <dgm:pt modelId="{7591C81C-66F2-49D4-925C-20BAC250D4D0}" type="sibTrans" cxnId="{BFA5683D-2E19-4114-8091-C1ED550DF909}">
      <dgm:prSet/>
      <dgm:spPr/>
      <dgm:t>
        <a:bodyPr/>
        <a:lstStyle/>
        <a:p>
          <a:endParaRPr lang="en-US"/>
        </a:p>
      </dgm:t>
    </dgm:pt>
    <dgm:pt modelId="{95A829D3-6B5E-4126-B04E-2486A48B11C4}">
      <dgm:prSet/>
      <dgm:spPr/>
      <dgm:t>
        <a:bodyPr/>
        <a:lstStyle/>
        <a:p>
          <a:r>
            <a:rPr lang="en-US" b="1"/>
            <a:t>CentOS Stream:</a:t>
          </a:r>
          <a:r>
            <a:rPr lang="en-US"/>
            <a:t> Positioned upstream to enable transparent community contributions, faster vulnerability fixes, and continuous delivery</a:t>
          </a:r>
        </a:p>
      </dgm:t>
    </dgm:pt>
    <dgm:pt modelId="{2338FEDD-6F02-4B69-AA47-447C97156B64}" type="parTrans" cxnId="{F26E1DF4-0AFD-453B-A480-087589714E7D}">
      <dgm:prSet/>
      <dgm:spPr/>
      <dgm:t>
        <a:bodyPr/>
        <a:lstStyle/>
        <a:p>
          <a:endParaRPr lang="en-US"/>
        </a:p>
      </dgm:t>
    </dgm:pt>
    <dgm:pt modelId="{29DEA897-76E6-4E84-ABD5-7C55B2CA2137}" type="sibTrans" cxnId="{F26E1DF4-0AFD-453B-A480-087589714E7D}">
      <dgm:prSet/>
      <dgm:spPr/>
      <dgm:t>
        <a:bodyPr/>
        <a:lstStyle/>
        <a:p>
          <a:endParaRPr lang="en-US"/>
        </a:p>
      </dgm:t>
    </dgm:pt>
    <dgm:pt modelId="{61688541-2396-41FE-9640-109FF167C179}">
      <dgm:prSet/>
      <dgm:spPr/>
      <dgm:t>
        <a:bodyPr/>
        <a:lstStyle/>
        <a:p>
          <a:r>
            <a:rPr lang="en-US" b="1"/>
            <a:t>Package Ecosystem: EPEL vs. EPEL Next</a:t>
          </a:r>
          <a:endParaRPr lang="en-US"/>
        </a:p>
      </dgm:t>
    </dgm:pt>
    <dgm:pt modelId="{0E8690CC-EE79-4219-9C14-343A5405B762}" type="parTrans" cxnId="{03C02AB1-E2A3-4421-84B7-D1695708C1DE}">
      <dgm:prSet/>
      <dgm:spPr/>
      <dgm:t>
        <a:bodyPr/>
        <a:lstStyle/>
        <a:p>
          <a:endParaRPr lang="en-US"/>
        </a:p>
      </dgm:t>
    </dgm:pt>
    <dgm:pt modelId="{9D52B425-EE63-4EF8-B199-F1D91BAC271E}" type="sibTrans" cxnId="{03C02AB1-E2A3-4421-84B7-D1695708C1DE}">
      <dgm:prSet/>
      <dgm:spPr/>
      <dgm:t>
        <a:bodyPr/>
        <a:lstStyle/>
        <a:p>
          <a:endParaRPr lang="en-US"/>
        </a:p>
      </dgm:t>
    </dgm:pt>
    <dgm:pt modelId="{3B33C1F2-6F36-492C-8074-1CE69459D8CD}">
      <dgm:prSet/>
      <dgm:spPr/>
      <dgm:t>
        <a:bodyPr/>
        <a:lstStyle/>
        <a:p>
          <a:r>
            <a:rPr lang="en-US" b="1"/>
            <a:t>EPEL:</a:t>
          </a:r>
          <a:r>
            <a:rPr lang="en-US"/>
            <a:t> Fedora SIG repository providing community packages built against stable RHEL releases </a:t>
          </a:r>
        </a:p>
      </dgm:t>
    </dgm:pt>
    <dgm:pt modelId="{E6BEB7E9-A042-4504-8E47-E96FCB4BB80F}" type="parTrans" cxnId="{F89FA293-E044-4E0E-A616-1DB95148CCC9}">
      <dgm:prSet/>
      <dgm:spPr/>
      <dgm:t>
        <a:bodyPr/>
        <a:lstStyle/>
        <a:p>
          <a:endParaRPr lang="en-US"/>
        </a:p>
      </dgm:t>
    </dgm:pt>
    <dgm:pt modelId="{01209B0F-275D-4DD0-968A-11240CA0829C}" type="sibTrans" cxnId="{F89FA293-E044-4E0E-A616-1DB95148CCC9}">
      <dgm:prSet/>
      <dgm:spPr/>
      <dgm:t>
        <a:bodyPr/>
        <a:lstStyle/>
        <a:p>
          <a:endParaRPr lang="en-US"/>
        </a:p>
      </dgm:t>
    </dgm:pt>
    <dgm:pt modelId="{E86E6FA7-52F8-48B9-8BF9-1D2059F86B5D}">
      <dgm:prSet/>
      <dgm:spPr/>
      <dgm:t>
        <a:bodyPr/>
        <a:lstStyle/>
        <a:p>
          <a:r>
            <a:rPr lang="en-US" b="1"/>
            <a:t>EPEL Next:</a:t>
          </a:r>
          <a:r>
            <a:rPr lang="en-US"/>
            <a:t> Specialized repository built directly against CentOS Stream for upcoming library rebases and newer build requirements</a:t>
          </a:r>
        </a:p>
      </dgm:t>
    </dgm:pt>
    <dgm:pt modelId="{0FC40CC0-A30C-462C-90DB-C4D585686E8A}" type="parTrans" cxnId="{FA9714AA-662B-42EC-B2FB-DAEAA1319915}">
      <dgm:prSet/>
      <dgm:spPr/>
      <dgm:t>
        <a:bodyPr/>
        <a:lstStyle/>
        <a:p>
          <a:endParaRPr lang="en-US"/>
        </a:p>
      </dgm:t>
    </dgm:pt>
    <dgm:pt modelId="{AC1EEC2E-57DB-4FF4-91F1-AF90259DC873}" type="sibTrans" cxnId="{FA9714AA-662B-42EC-B2FB-DAEAA1319915}">
      <dgm:prSet/>
      <dgm:spPr/>
      <dgm:t>
        <a:bodyPr/>
        <a:lstStyle/>
        <a:p>
          <a:endParaRPr lang="en-US"/>
        </a:p>
      </dgm:t>
    </dgm:pt>
    <dgm:pt modelId="{843A3D37-1768-4C58-8057-691FDE126660}">
      <dgm:prSet/>
      <dgm:spPr/>
      <dgm:t>
        <a:bodyPr/>
        <a:lstStyle/>
        <a:p>
          <a:r>
            <a:rPr lang="en-US" b="1"/>
            <a:t>RHEL for Edge Computing</a:t>
          </a:r>
          <a:endParaRPr lang="en-US"/>
        </a:p>
      </dgm:t>
    </dgm:pt>
    <dgm:pt modelId="{BDCB297F-8AB8-462F-847F-9DEDDAACE6B1}" type="parTrans" cxnId="{BFF181EE-A576-4353-BC06-18CFB9DBEB31}">
      <dgm:prSet/>
      <dgm:spPr/>
      <dgm:t>
        <a:bodyPr/>
        <a:lstStyle/>
        <a:p>
          <a:endParaRPr lang="en-US"/>
        </a:p>
      </dgm:t>
    </dgm:pt>
    <dgm:pt modelId="{58174DF7-7510-4E45-9EB8-F63FF9EAB7E2}" type="sibTrans" cxnId="{BFF181EE-A576-4353-BC06-18CFB9DBEB31}">
      <dgm:prSet/>
      <dgm:spPr/>
      <dgm:t>
        <a:bodyPr/>
        <a:lstStyle/>
        <a:p>
          <a:endParaRPr lang="en-US"/>
        </a:p>
      </dgm:t>
    </dgm:pt>
    <dgm:pt modelId="{AD0B5C32-9369-4D56-9AE4-A01FEBC80CF1}">
      <dgm:prSet/>
      <dgm:spPr/>
      <dgm:t>
        <a:bodyPr/>
        <a:lstStyle/>
        <a:p>
          <a:r>
            <a:rPr lang="en-US" b="1"/>
            <a:t>Image Builder:</a:t>
          </a:r>
          <a:r>
            <a:rPr lang="en-US"/>
            <a:t> Rapid generation of lightweight, customized OS images optimized for constrained edge devices</a:t>
          </a:r>
        </a:p>
      </dgm:t>
    </dgm:pt>
    <dgm:pt modelId="{D29BCD36-0893-4191-88E1-D3A975EBF585}" type="parTrans" cxnId="{D069F3EF-D6C1-43DC-80C1-848BE42E404C}">
      <dgm:prSet/>
      <dgm:spPr/>
      <dgm:t>
        <a:bodyPr/>
        <a:lstStyle/>
        <a:p>
          <a:endParaRPr lang="en-US"/>
        </a:p>
      </dgm:t>
    </dgm:pt>
    <dgm:pt modelId="{965C71AA-2279-4AF5-927A-6FD3756E0E53}" type="sibTrans" cxnId="{D069F3EF-D6C1-43DC-80C1-848BE42E404C}">
      <dgm:prSet/>
      <dgm:spPr/>
      <dgm:t>
        <a:bodyPr/>
        <a:lstStyle/>
        <a:p>
          <a:endParaRPr lang="en-US"/>
        </a:p>
      </dgm:t>
    </dgm:pt>
    <dgm:pt modelId="{8B82C482-56BF-40FF-91EE-77E5D2875AA5}">
      <dgm:prSet/>
      <dgm:spPr/>
      <dgm:t>
        <a:bodyPr/>
        <a:lstStyle/>
        <a:p>
          <a:r>
            <a:rPr lang="en-US" b="1"/>
            <a:t>Centralized Fleet Operations:</a:t>
          </a:r>
          <a:r>
            <a:rPr lang="en-US"/>
            <a:t> Built-in zero-touch provisioning, real-time system health monitoring, and fast remote remediation</a:t>
          </a:r>
        </a:p>
      </dgm:t>
    </dgm:pt>
    <dgm:pt modelId="{487D6133-AF2F-4721-90AA-54C01D7F356F}" type="parTrans" cxnId="{91EE9B6E-16E8-4E3E-BB7F-10E06E2592A9}">
      <dgm:prSet/>
      <dgm:spPr/>
      <dgm:t>
        <a:bodyPr/>
        <a:lstStyle/>
        <a:p>
          <a:endParaRPr lang="en-US"/>
        </a:p>
      </dgm:t>
    </dgm:pt>
    <dgm:pt modelId="{086143ED-7721-42AA-A902-94F7AAFE0853}" type="sibTrans" cxnId="{91EE9B6E-16E8-4E3E-BB7F-10E06E2592A9}">
      <dgm:prSet/>
      <dgm:spPr/>
      <dgm:t>
        <a:bodyPr/>
        <a:lstStyle/>
        <a:p>
          <a:endParaRPr lang="en-US"/>
        </a:p>
      </dgm:t>
    </dgm:pt>
    <dgm:pt modelId="{85E05B94-363F-44BB-B026-DA09D519DE39}" type="pres">
      <dgm:prSet presAssocID="{322751DD-79E0-4771-B57C-CEFE1EE8D301}" presName="Name0" presStyleCnt="0">
        <dgm:presLayoutVars>
          <dgm:dir/>
          <dgm:animLvl val="lvl"/>
          <dgm:resizeHandles val="exact"/>
        </dgm:presLayoutVars>
      </dgm:prSet>
      <dgm:spPr/>
    </dgm:pt>
    <dgm:pt modelId="{978E2127-B11B-4718-BC5F-3FA7558D80F9}" type="pres">
      <dgm:prSet presAssocID="{7BBC884D-FF4F-4FD7-B684-796CD1A5BBB2}" presName="composite" presStyleCnt="0"/>
      <dgm:spPr/>
    </dgm:pt>
    <dgm:pt modelId="{E72FFC21-1F0E-4AE5-967E-53E79BCF0D05}" type="pres">
      <dgm:prSet presAssocID="{7BBC884D-FF4F-4FD7-B684-796CD1A5BBB2}" presName="parTx" presStyleLbl="alignNode1" presStyleIdx="0" presStyleCnt="3">
        <dgm:presLayoutVars>
          <dgm:chMax val="0"/>
          <dgm:chPref val="0"/>
        </dgm:presLayoutVars>
      </dgm:prSet>
      <dgm:spPr/>
    </dgm:pt>
    <dgm:pt modelId="{1737AEA1-5DED-4A51-AA78-0D7E41E30204}" type="pres">
      <dgm:prSet presAssocID="{7BBC884D-FF4F-4FD7-B684-796CD1A5BBB2}" presName="desTx" presStyleLbl="alignAccFollowNode1" presStyleIdx="0" presStyleCnt="3">
        <dgm:presLayoutVars/>
      </dgm:prSet>
      <dgm:spPr/>
    </dgm:pt>
    <dgm:pt modelId="{8A429049-1BA2-4946-A953-6F1F70026D80}" type="pres">
      <dgm:prSet presAssocID="{F652794D-B0F5-45A5-8102-4369C95EAB03}" presName="space" presStyleCnt="0"/>
      <dgm:spPr/>
    </dgm:pt>
    <dgm:pt modelId="{B2963E66-473A-40D8-BFD8-0B33AF36948C}" type="pres">
      <dgm:prSet presAssocID="{61688541-2396-41FE-9640-109FF167C179}" presName="composite" presStyleCnt="0"/>
      <dgm:spPr/>
    </dgm:pt>
    <dgm:pt modelId="{EE7A0E0E-5F27-4B14-85CD-2A980C538F49}" type="pres">
      <dgm:prSet presAssocID="{61688541-2396-41FE-9640-109FF167C179}" presName="parTx" presStyleLbl="alignNode1" presStyleIdx="1" presStyleCnt="3">
        <dgm:presLayoutVars>
          <dgm:chMax val="0"/>
          <dgm:chPref val="0"/>
        </dgm:presLayoutVars>
      </dgm:prSet>
      <dgm:spPr/>
    </dgm:pt>
    <dgm:pt modelId="{24AD96F1-765E-4622-99D4-10C4FC2C9FBF}" type="pres">
      <dgm:prSet presAssocID="{61688541-2396-41FE-9640-109FF167C179}" presName="desTx" presStyleLbl="alignAccFollowNode1" presStyleIdx="1" presStyleCnt="3">
        <dgm:presLayoutVars/>
      </dgm:prSet>
      <dgm:spPr/>
    </dgm:pt>
    <dgm:pt modelId="{36A84155-2B4C-42B6-9E40-31CFF81C6814}" type="pres">
      <dgm:prSet presAssocID="{9D52B425-EE63-4EF8-B199-F1D91BAC271E}" presName="space" presStyleCnt="0"/>
      <dgm:spPr/>
    </dgm:pt>
    <dgm:pt modelId="{ADCE579B-AE1E-44E4-BBAA-7221CDDFE1DF}" type="pres">
      <dgm:prSet presAssocID="{843A3D37-1768-4C58-8057-691FDE126660}" presName="composite" presStyleCnt="0"/>
      <dgm:spPr/>
    </dgm:pt>
    <dgm:pt modelId="{35F0339E-67ED-43BC-8F49-55C799968371}" type="pres">
      <dgm:prSet presAssocID="{843A3D37-1768-4C58-8057-691FDE126660}" presName="parTx" presStyleLbl="alignNode1" presStyleIdx="2" presStyleCnt="3">
        <dgm:presLayoutVars>
          <dgm:chMax val="0"/>
          <dgm:chPref val="0"/>
        </dgm:presLayoutVars>
      </dgm:prSet>
      <dgm:spPr/>
    </dgm:pt>
    <dgm:pt modelId="{84EC70CB-3868-4C03-8484-A78A62CD3B1B}" type="pres">
      <dgm:prSet presAssocID="{843A3D37-1768-4C58-8057-691FDE126660}" presName="desTx" presStyleLbl="alignAccFollowNode1" presStyleIdx="2" presStyleCnt="3">
        <dgm:presLayoutVars/>
      </dgm:prSet>
      <dgm:spPr/>
    </dgm:pt>
  </dgm:ptLst>
  <dgm:cxnLst>
    <dgm:cxn modelId="{8DEA0136-B8BF-4EE5-BE2C-C455FF8B3623}" type="presOf" srcId="{7BBC884D-FF4F-4FD7-B684-796CD1A5BBB2}" destId="{E72FFC21-1F0E-4AE5-967E-53E79BCF0D05}" srcOrd="0" destOrd="0" presId="urn:microsoft.com/office/officeart/2016/7/layout/HorizontalActionList"/>
    <dgm:cxn modelId="{BFA5683D-2E19-4114-8091-C1ED550DF909}" srcId="{7BBC884D-FF4F-4FD7-B684-796CD1A5BBB2}" destId="{080648BC-A8B3-4846-BE97-BB799C7E387F}" srcOrd="0" destOrd="0" parTransId="{653D0579-95E7-4B99-8011-064046835AF1}" sibTransId="{7591C81C-66F2-49D4-925C-20BAC250D4D0}"/>
    <dgm:cxn modelId="{CD70A442-04D6-4F69-B1FE-50E11B88EAA4}" type="presOf" srcId="{95A829D3-6B5E-4126-B04E-2486A48B11C4}" destId="{1737AEA1-5DED-4A51-AA78-0D7E41E30204}" srcOrd="0" destOrd="1" presId="urn:microsoft.com/office/officeart/2016/7/layout/HorizontalActionList"/>
    <dgm:cxn modelId="{91EE9B6E-16E8-4E3E-BB7F-10E06E2592A9}" srcId="{843A3D37-1768-4C58-8057-691FDE126660}" destId="{8B82C482-56BF-40FF-91EE-77E5D2875AA5}" srcOrd="1" destOrd="0" parTransId="{487D6133-AF2F-4721-90AA-54C01D7F356F}" sibTransId="{086143ED-7721-42AA-A902-94F7AAFE0853}"/>
    <dgm:cxn modelId="{60F65E71-AA73-43C4-A93F-0D8594CE4242}" srcId="{322751DD-79E0-4771-B57C-CEFE1EE8D301}" destId="{7BBC884D-FF4F-4FD7-B684-796CD1A5BBB2}" srcOrd="0" destOrd="0" parTransId="{3F6C4194-CE1B-4BE7-9525-95EDED3E8225}" sibTransId="{F652794D-B0F5-45A5-8102-4369C95EAB03}"/>
    <dgm:cxn modelId="{3FAD787B-EBE4-4DFB-BE41-A37485C9A4CC}" type="presOf" srcId="{843A3D37-1768-4C58-8057-691FDE126660}" destId="{35F0339E-67ED-43BC-8F49-55C799968371}" srcOrd="0" destOrd="0" presId="urn:microsoft.com/office/officeart/2016/7/layout/HorizontalActionList"/>
    <dgm:cxn modelId="{6A7E278F-1D55-4B57-83B7-65129346646D}" type="presOf" srcId="{8B82C482-56BF-40FF-91EE-77E5D2875AA5}" destId="{84EC70CB-3868-4C03-8484-A78A62CD3B1B}" srcOrd="0" destOrd="1" presId="urn:microsoft.com/office/officeart/2016/7/layout/HorizontalActionList"/>
    <dgm:cxn modelId="{F89FA293-E044-4E0E-A616-1DB95148CCC9}" srcId="{61688541-2396-41FE-9640-109FF167C179}" destId="{3B33C1F2-6F36-492C-8074-1CE69459D8CD}" srcOrd="0" destOrd="0" parTransId="{E6BEB7E9-A042-4504-8E47-E96FCB4BB80F}" sibTransId="{01209B0F-275D-4DD0-968A-11240CA0829C}"/>
    <dgm:cxn modelId="{BE67A69E-6F95-455A-A182-6E9868FCBAF7}" type="presOf" srcId="{61688541-2396-41FE-9640-109FF167C179}" destId="{EE7A0E0E-5F27-4B14-85CD-2A980C538F49}" srcOrd="0" destOrd="0" presId="urn:microsoft.com/office/officeart/2016/7/layout/HorizontalActionList"/>
    <dgm:cxn modelId="{C911CCA3-60EB-4EE0-BEB6-09C1577C0875}" type="presOf" srcId="{E86E6FA7-52F8-48B9-8BF9-1D2059F86B5D}" destId="{24AD96F1-765E-4622-99D4-10C4FC2C9FBF}" srcOrd="0" destOrd="1" presId="urn:microsoft.com/office/officeart/2016/7/layout/HorizontalActionList"/>
    <dgm:cxn modelId="{FA9714AA-662B-42EC-B2FB-DAEAA1319915}" srcId="{61688541-2396-41FE-9640-109FF167C179}" destId="{E86E6FA7-52F8-48B9-8BF9-1D2059F86B5D}" srcOrd="1" destOrd="0" parTransId="{0FC40CC0-A30C-462C-90DB-C4D585686E8A}" sibTransId="{AC1EEC2E-57DB-4FF4-91F1-AF90259DC873}"/>
    <dgm:cxn modelId="{03C02AB1-E2A3-4421-84B7-D1695708C1DE}" srcId="{322751DD-79E0-4771-B57C-CEFE1EE8D301}" destId="{61688541-2396-41FE-9640-109FF167C179}" srcOrd="1" destOrd="0" parTransId="{0E8690CC-EE79-4219-9C14-343A5405B762}" sibTransId="{9D52B425-EE63-4EF8-B199-F1D91BAC271E}"/>
    <dgm:cxn modelId="{773B80D8-FF16-4A77-8735-3FDDDC4BC12E}" type="presOf" srcId="{322751DD-79E0-4771-B57C-CEFE1EE8D301}" destId="{85E05B94-363F-44BB-B026-DA09D519DE39}" srcOrd="0" destOrd="0" presId="urn:microsoft.com/office/officeart/2016/7/layout/HorizontalActionList"/>
    <dgm:cxn modelId="{7700C0DC-558D-44F3-8C64-9FE2FA7A0418}" type="presOf" srcId="{AD0B5C32-9369-4D56-9AE4-A01FEBC80CF1}" destId="{84EC70CB-3868-4C03-8484-A78A62CD3B1B}" srcOrd="0" destOrd="0" presId="urn:microsoft.com/office/officeart/2016/7/layout/HorizontalActionList"/>
    <dgm:cxn modelId="{6BA6CEE5-7392-44C7-A102-BE9880F22A1F}" type="presOf" srcId="{3B33C1F2-6F36-492C-8074-1CE69459D8CD}" destId="{24AD96F1-765E-4622-99D4-10C4FC2C9FBF}" srcOrd="0" destOrd="0" presId="urn:microsoft.com/office/officeart/2016/7/layout/HorizontalActionList"/>
    <dgm:cxn modelId="{3DBF58E6-0D08-43BB-8814-22438E75A160}" type="presOf" srcId="{080648BC-A8B3-4846-BE97-BB799C7E387F}" destId="{1737AEA1-5DED-4A51-AA78-0D7E41E30204}" srcOrd="0" destOrd="0" presId="urn:microsoft.com/office/officeart/2016/7/layout/HorizontalActionList"/>
    <dgm:cxn modelId="{BFF181EE-A576-4353-BC06-18CFB9DBEB31}" srcId="{322751DD-79E0-4771-B57C-CEFE1EE8D301}" destId="{843A3D37-1768-4C58-8057-691FDE126660}" srcOrd="2" destOrd="0" parTransId="{BDCB297F-8AB8-462F-847F-9DEDDAACE6B1}" sibTransId="{58174DF7-7510-4E45-9EB8-F63FF9EAB7E2}"/>
    <dgm:cxn modelId="{D069F3EF-D6C1-43DC-80C1-848BE42E404C}" srcId="{843A3D37-1768-4C58-8057-691FDE126660}" destId="{AD0B5C32-9369-4D56-9AE4-A01FEBC80CF1}" srcOrd="0" destOrd="0" parTransId="{D29BCD36-0893-4191-88E1-D3A975EBF585}" sibTransId="{965C71AA-2279-4AF5-927A-6FD3756E0E53}"/>
    <dgm:cxn modelId="{F26E1DF4-0AFD-453B-A480-087589714E7D}" srcId="{7BBC884D-FF4F-4FD7-B684-796CD1A5BBB2}" destId="{95A829D3-6B5E-4126-B04E-2486A48B11C4}" srcOrd="1" destOrd="0" parTransId="{2338FEDD-6F02-4B69-AA47-447C97156B64}" sibTransId="{29DEA897-76E6-4E84-ABD5-7C55B2CA2137}"/>
    <dgm:cxn modelId="{8188F599-B870-4260-9AAE-62164DE9979F}" type="presParOf" srcId="{85E05B94-363F-44BB-B026-DA09D519DE39}" destId="{978E2127-B11B-4718-BC5F-3FA7558D80F9}" srcOrd="0" destOrd="0" presId="urn:microsoft.com/office/officeart/2016/7/layout/HorizontalActionList"/>
    <dgm:cxn modelId="{F0FBC0B7-F4D5-4C2C-9004-6AF42F073A64}" type="presParOf" srcId="{978E2127-B11B-4718-BC5F-3FA7558D80F9}" destId="{E72FFC21-1F0E-4AE5-967E-53E79BCF0D05}" srcOrd="0" destOrd="0" presId="urn:microsoft.com/office/officeart/2016/7/layout/HorizontalActionList"/>
    <dgm:cxn modelId="{657A00EA-4F1C-47CD-A26B-7534F8B2D810}" type="presParOf" srcId="{978E2127-B11B-4718-BC5F-3FA7558D80F9}" destId="{1737AEA1-5DED-4A51-AA78-0D7E41E30204}" srcOrd="1" destOrd="0" presId="urn:microsoft.com/office/officeart/2016/7/layout/HorizontalActionList"/>
    <dgm:cxn modelId="{FBD09399-2688-46D1-8FA0-52A7B22D03C7}" type="presParOf" srcId="{85E05B94-363F-44BB-B026-DA09D519DE39}" destId="{8A429049-1BA2-4946-A953-6F1F70026D80}" srcOrd="1" destOrd="0" presId="urn:microsoft.com/office/officeart/2016/7/layout/HorizontalActionList"/>
    <dgm:cxn modelId="{59DDD1A6-A242-4FC2-8921-C5E0BF5A3960}" type="presParOf" srcId="{85E05B94-363F-44BB-B026-DA09D519DE39}" destId="{B2963E66-473A-40D8-BFD8-0B33AF36948C}" srcOrd="2" destOrd="0" presId="urn:microsoft.com/office/officeart/2016/7/layout/HorizontalActionList"/>
    <dgm:cxn modelId="{9CCEA207-CBFF-4D69-9698-20B5CD13DCF7}" type="presParOf" srcId="{B2963E66-473A-40D8-BFD8-0B33AF36948C}" destId="{EE7A0E0E-5F27-4B14-85CD-2A980C538F49}" srcOrd="0" destOrd="0" presId="urn:microsoft.com/office/officeart/2016/7/layout/HorizontalActionList"/>
    <dgm:cxn modelId="{98D6E6E1-EC73-4E6D-A994-D8DB9BDC3B7D}" type="presParOf" srcId="{B2963E66-473A-40D8-BFD8-0B33AF36948C}" destId="{24AD96F1-765E-4622-99D4-10C4FC2C9FBF}" srcOrd="1" destOrd="0" presId="urn:microsoft.com/office/officeart/2016/7/layout/HorizontalActionList"/>
    <dgm:cxn modelId="{9D134D6B-A6DF-46C4-AC41-0E671C1AC7EF}" type="presParOf" srcId="{85E05B94-363F-44BB-B026-DA09D519DE39}" destId="{36A84155-2B4C-42B6-9E40-31CFF81C6814}" srcOrd="3" destOrd="0" presId="urn:microsoft.com/office/officeart/2016/7/layout/HorizontalActionList"/>
    <dgm:cxn modelId="{580F85FA-16D1-446B-BF47-56229767529E}" type="presParOf" srcId="{85E05B94-363F-44BB-B026-DA09D519DE39}" destId="{ADCE579B-AE1E-44E4-BBAA-7221CDDFE1DF}" srcOrd="4" destOrd="0" presId="urn:microsoft.com/office/officeart/2016/7/layout/HorizontalActionList"/>
    <dgm:cxn modelId="{F4F98032-22DB-4D9D-A20B-AE154EB6B2F2}" type="presParOf" srcId="{ADCE579B-AE1E-44E4-BBAA-7221CDDFE1DF}" destId="{35F0339E-67ED-43BC-8F49-55C799968371}" srcOrd="0" destOrd="0" presId="urn:microsoft.com/office/officeart/2016/7/layout/HorizontalActionList"/>
    <dgm:cxn modelId="{FAF83908-CDB4-45FE-A1A1-5F59CEA25952}" type="presParOf" srcId="{ADCE579B-AE1E-44E4-BBAA-7221CDDFE1DF}" destId="{84EC70CB-3868-4C03-8484-A78A62CD3B1B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AA2D1E-401D-45DC-B0E8-B068AF6F5235}">
      <dsp:nvSpPr>
        <dsp:cNvPr id="0" name=""/>
        <dsp:cNvSpPr/>
      </dsp:nvSpPr>
      <dsp:spPr>
        <a:xfrm>
          <a:off x="0" y="4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B3D1B4-973E-4DF6-A158-4A066D5446D5}">
      <dsp:nvSpPr>
        <dsp:cNvPr id="0" name=""/>
        <dsp:cNvSpPr/>
      </dsp:nvSpPr>
      <dsp:spPr>
        <a:xfrm>
          <a:off x="0" y="469"/>
          <a:ext cx="10515600" cy="769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Daily Web &amp; E-Commerce:</a:t>
          </a:r>
          <a:r>
            <a:rPr lang="en-US" sz="2100" kern="1200" dirty="0"/>
            <a:t> Powers the web servers and shopping platforms users access daily</a:t>
          </a:r>
        </a:p>
      </dsp:txBody>
      <dsp:txXfrm>
        <a:off x="0" y="469"/>
        <a:ext cx="10515600" cy="769447"/>
      </dsp:txXfrm>
    </dsp:sp>
    <dsp:sp modelId="{E0374F43-0F2F-451C-A67D-55D6E527E126}">
      <dsp:nvSpPr>
        <dsp:cNvPr id="0" name=""/>
        <dsp:cNvSpPr/>
      </dsp:nvSpPr>
      <dsp:spPr>
        <a:xfrm>
          <a:off x="0" y="769917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AED4E2-21CC-432E-A576-611E9603EE74}">
      <dsp:nvSpPr>
        <dsp:cNvPr id="0" name=""/>
        <dsp:cNvSpPr/>
      </dsp:nvSpPr>
      <dsp:spPr>
        <a:xfrm>
          <a:off x="0" y="769917"/>
          <a:ext cx="10515600" cy="769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Data Center Core:</a:t>
          </a:r>
          <a:r>
            <a:rPr lang="en-US" sz="2100" kern="1200" dirty="0"/>
            <a:t> Predominant enterprise OS alongside Microsoft Windows</a:t>
          </a:r>
        </a:p>
      </dsp:txBody>
      <dsp:txXfrm>
        <a:off x="0" y="769917"/>
        <a:ext cx="10515600" cy="769447"/>
      </dsp:txXfrm>
    </dsp:sp>
    <dsp:sp modelId="{07B25B42-E25F-406D-A2F9-2E89F85FAFAF}">
      <dsp:nvSpPr>
        <dsp:cNvPr id="0" name=""/>
        <dsp:cNvSpPr/>
      </dsp:nvSpPr>
      <dsp:spPr>
        <a:xfrm>
          <a:off x="0" y="1539365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744483-5DF9-40A4-B990-0CF4C38F1543}">
      <dsp:nvSpPr>
        <dsp:cNvPr id="0" name=""/>
        <dsp:cNvSpPr/>
      </dsp:nvSpPr>
      <dsp:spPr>
        <a:xfrm>
          <a:off x="0" y="1539365"/>
          <a:ext cx="10515600" cy="769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Embedded Tech:</a:t>
          </a:r>
          <a:r>
            <a:rPr lang="en-US" sz="2100" kern="1200"/>
            <a:t> Runs smart TVs and in-flight entertainment systems</a:t>
          </a:r>
        </a:p>
      </dsp:txBody>
      <dsp:txXfrm>
        <a:off x="0" y="1539365"/>
        <a:ext cx="10515600" cy="769447"/>
      </dsp:txXfrm>
    </dsp:sp>
    <dsp:sp modelId="{1C91617B-7D74-4751-926B-A77E1617AFE1}">
      <dsp:nvSpPr>
        <dsp:cNvPr id="0" name=""/>
        <dsp:cNvSpPr/>
      </dsp:nvSpPr>
      <dsp:spPr>
        <a:xfrm>
          <a:off x="0" y="230881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8B46B8-3031-4548-BEFE-4BB0E2BBEF70}">
      <dsp:nvSpPr>
        <dsp:cNvPr id="0" name=""/>
        <dsp:cNvSpPr/>
      </dsp:nvSpPr>
      <dsp:spPr>
        <a:xfrm>
          <a:off x="0" y="2308813"/>
          <a:ext cx="10515600" cy="769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Modern Architecture:</a:t>
          </a:r>
          <a:r>
            <a:rPr lang="en-US" sz="2100" kern="1200" dirty="0"/>
            <a:t> Powers the cloud revolution, containers, microservices, and big data</a:t>
          </a:r>
        </a:p>
      </dsp:txBody>
      <dsp:txXfrm>
        <a:off x="0" y="2308813"/>
        <a:ext cx="10515600" cy="769447"/>
      </dsp:txXfrm>
    </dsp:sp>
    <dsp:sp modelId="{35E96606-ABC4-44CF-B15B-556FF2D7D40B}">
      <dsp:nvSpPr>
        <dsp:cNvPr id="0" name=""/>
        <dsp:cNvSpPr/>
      </dsp:nvSpPr>
      <dsp:spPr>
        <a:xfrm>
          <a:off x="0" y="307826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95BB6F-0F08-448E-8275-A49CEDCFCA47}">
      <dsp:nvSpPr>
        <dsp:cNvPr id="0" name=""/>
        <dsp:cNvSpPr/>
      </dsp:nvSpPr>
      <dsp:spPr>
        <a:xfrm>
          <a:off x="0" y="3078261"/>
          <a:ext cx="10515600" cy="769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Data Center Core:</a:t>
          </a:r>
          <a:r>
            <a:rPr lang="en-US" sz="2100" kern="1200"/>
            <a:t> Predominant enterprise OS alongside Microsoft Windows</a:t>
          </a:r>
        </a:p>
      </dsp:txBody>
      <dsp:txXfrm>
        <a:off x="0" y="3078261"/>
        <a:ext cx="10515600" cy="7694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76D44C-D622-4990-AB9B-FDF0AA0DA70D}">
      <dsp:nvSpPr>
        <dsp:cNvPr id="0" name=""/>
        <dsp:cNvSpPr/>
      </dsp:nvSpPr>
      <dsp:spPr>
        <a:xfrm>
          <a:off x="82613" y="90855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2890DA-ADC6-4AED-9B98-8E73F22D3D3F}">
      <dsp:nvSpPr>
        <dsp:cNvPr id="0" name=""/>
        <dsp:cNvSpPr/>
      </dsp:nvSpPr>
      <dsp:spPr>
        <a:xfrm>
          <a:off x="271034" y="1096980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A5377F-7B0D-4C7C-AC75-412C9B3CD01E}">
      <dsp:nvSpPr>
        <dsp:cNvPr id="0" name=""/>
        <dsp:cNvSpPr/>
      </dsp:nvSpPr>
      <dsp:spPr>
        <a:xfrm>
          <a:off x="1172126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Windows Interoperability:</a:t>
          </a:r>
          <a:r>
            <a:rPr lang="en-US" sz="1400" kern="1200"/>
            <a:t> Enables cross-platform system and app management</a:t>
          </a:r>
        </a:p>
      </dsp:txBody>
      <dsp:txXfrm>
        <a:off x="1172126" y="908559"/>
        <a:ext cx="2114937" cy="897246"/>
      </dsp:txXfrm>
    </dsp:sp>
    <dsp:sp modelId="{9F631131-CFC1-45E0-8C11-8DCE16340CA0}">
      <dsp:nvSpPr>
        <dsp:cNvPr id="0" name=""/>
        <dsp:cNvSpPr/>
      </dsp:nvSpPr>
      <dsp:spPr>
        <a:xfrm>
          <a:off x="3655575" y="90855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0B353B-C617-4B0F-9F40-2D4AC4D28CD5}">
      <dsp:nvSpPr>
        <dsp:cNvPr id="0" name=""/>
        <dsp:cNvSpPr/>
      </dsp:nvSpPr>
      <dsp:spPr>
        <a:xfrm>
          <a:off x="3843996" y="1096980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3052AA-A8A3-4710-B0CD-4191F08C634B}">
      <dsp:nvSpPr>
        <dsp:cNvPr id="0" name=""/>
        <dsp:cNvSpPr/>
      </dsp:nvSpPr>
      <dsp:spPr>
        <a:xfrm>
          <a:off x="4745088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Application Hosting:</a:t>
          </a:r>
          <a:r>
            <a:rPr lang="en-US" sz="1400" kern="1200"/>
            <a:t> Serves as the primary runtime environment for developers</a:t>
          </a:r>
        </a:p>
      </dsp:txBody>
      <dsp:txXfrm>
        <a:off x="4745088" y="908559"/>
        <a:ext cx="2114937" cy="897246"/>
      </dsp:txXfrm>
    </dsp:sp>
    <dsp:sp modelId="{DDD6F211-7421-4BDD-82F9-0E735F67D59C}">
      <dsp:nvSpPr>
        <dsp:cNvPr id="0" name=""/>
        <dsp:cNvSpPr/>
      </dsp:nvSpPr>
      <dsp:spPr>
        <a:xfrm>
          <a:off x="7228536" y="90855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7A969E-2FFF-4BB0-AC86-48407595B744}">
      <dsp:nvSpPr>
        <dsp:cNvPr id="0" name=""/>
        <dsp:cNvSpPr/>
      </dsp:nvSpPr>
      <dsp:spPr>
        <a:xfrm>
          <a:off x="7416958" y="1096980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4246F6-AA54-4336-8A9D-20502964B519}">
      <dsp:nvSpPr>
        <dsp:cNvPr id="0" name=""/>
        <dsp:cNvSpPr/>
      </dsp:nvSpPr>
      <dsp:spPr>
        <a:xfrm>
          <a:off x="8318049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Cloud Computing:</a:t>
          </a:r>
          <a:r>
            <a:rPr lang="en-US" sz="1400" kern="1200"/>
            <a:t> Powers both public and private cloud instances</a:t>
          </a:r>
        </a:p>
      </dsp:txBody>
      <dsp:txXfrm>
        <a:off x="8318049" y="908559"/>
        <a:ext cx="2114937" cy="897246"/>
      </dsp:txXfrm>
    </dsp:sp>
    <dsp:sp modelId="{33B1D101-C2ED-4DF9-99AA-B0212932B80D}">
      <dsp:nvSpPr>
        <dsp:cNvPr id="0" name=""/>
        <dsp:cNvSpPr/>
      </dsp:nvSpPr>
      <dsp:spPr>
        <a:xfrm>
          <a:off x="82613" y="254553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D71197-B41E-45D1-A745-C9015C9C7D36}">
      <dsp:nvSpPr>
        <dsp:cNvPr id="0" name=""/>
        <dsp:cNvSpPr/>
      </dsp:nvSpPr>
      <dsp:spPr>
        <a:xfrm>
          <a:off x="271034" y="2733954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104C1D-637C-499F-9948-BF11BEE70BD9}">
      <dsp:nvSpPr>
        <dsp:cNvPr id="0" name=""/>
        <dsp:cNvSpPr/>
      </dsp:nvSpPr>
      <dsp:spPr>
        <a:xfrm>
          <a:off x="1172126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Mobile &amp; IoT:</a:t>
          </a:r>
          <a:r>
            <a:rPr lang="en-US" sz="1400" kern="1200"/>
            <a:t> Forms the operating base for mobile apps and connected devices</a:t>
          </a:r>
        </a:p>
      </dsp:txBody>
      <dsp:txXfrm>
        <a:off x="1172126" y="2545532"/>
        <a:ext cx="2114937" cy="897246"/>
      </dsp:txXfrm>
    </dsp:sp>
    <dsp:sp modelId="{708CB63C-C65F-4D65-AC92-A727714712DF}">
      <dsp:nvSpPr>
        <dsp:cNvPr id="0" name=""/>
        <dsp:cNvSpPr/>
      </dsp:nvSpPr>
      <dsp:spPr>
        <a:xfrm>
          <a:off x="3655575" y="254553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FED7D6-3071-4F39-9412-369746929F61}">
      <dsp:nvSpPr>
        <dsp:cNvPr id="0" name=""/>
        <dsp:cNvSpPr/>
      </dsp:nvSpPr>
      <dsp:spPr>
        <a:xfrm>
          <a:off x="3843996" y="2733954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B15911-1BAA-42B4-AF1B-3C7D0998F426}">
      <dsp:nvSpPr>
        <dsp:cNvPr id="0" name=""/>
        <dsp:cNvSpPr/>
      </dsp:nvSpPr>
      <dsp:spPr>
        <a:xfrm>
          <a:off x="4745088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Career Growth:</a:t>
          </a:r>
          <a:r>
            <a:rPr lang="en-US" sz="1400" kern="1200"/>
            <a:t> Unlocks high-demand opportunities across the IT industry</a:t>
          </a:r>
        </a:p>
      </dsp:txBody>
      <dsp:txXfrm>
        <a:off x="4745088" y="2545532"/>
        <a:ext cx="2114937" cy="8972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05C4E5-D020-41A3-9966-0442CAE67F00}">
      <dsp:nvSpPr>
        <dsp:cNvPr id="0" name=""/>
        <dsp:cNvSpPr/>
      </dsp:nvSpPr>
      <dsp:spPr>
        <a:xfrm>
          <a:off x="0" y="438578"/>
          <a:ext cx="6630174" cy="13041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4575" tIns="374904" rIns="514575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Mandates that redistributed code and improvements remain open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Examples:</a:t>
          </a:r>
          <a:r>
            <a:rPr lang="en-US" sz="1800" kern="1200"/>
            <a:t> GNU GPL, GNU LGPL</a:t>
          </a:r>
        </a:p>
      </dsp:txBody>
      <dsp:txXfrm>
        <a:off x="0" y="438578"/>
        <a:ext cx="6630174" cy="1304100"/>
      </dsp:txXfrm>
    </dsp:sp>
    <dsp:sp modelId="{F27F1F5E-0487-4226-8178-29F55CDF1648}">
      <dsp:nvSpPr>
        <dsp:cNvPr id="0" name=""/>
        <dsp:cNvSpPr/>
      </dsp:nvSpPr>
      <dsp:spPr>
        <a:xfrm>
          <a:off x="331508" y="172898"/>
          <a:ext cx="4641121" cy="5313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423" tIns="0" rIns="17542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Copyleft (Share-Alike):</a:t>
          </a:r>
          <a:endParaRPr lang="en-US" sz="1800" kern="1200" dirty="0"/>
        </a:p>
      </dsp:txBody>
      <dsp:txXfrm>
        <a:off x="357447" y="198837"/>
        <a:ext cx="4589243" cy="479482"/>
      </dsp:txXfrm>
    </dsp:sp>
    <dsp:sp modelId="{6ECAB1E5-3D19-4659-9A5B-2D9A544D6C69}">
      <dsp:nvSpPr>
        <dsp:cNvPr id="0" name=""/>
        <dsp:cNvSpPr/>
      </dsp:nvSpPr>
      <dsp:spPr>
        <a:xfrm>
          <a:off x="0" y="2105558"/>
          <a:ext cx="6630174" cy="13041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4575" tIns="374904" rIns="514575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Maximizes reuse; allows code integration into proprietary products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Examples:</a:t>
          </a:r>
          <a:r>
            <a:rPr lang="en-US" sz="1800" kern="1200"/>
            <a:t> MIT, Apache 2.0, Simplified BSD</a:t>
          </a:r>
        </a:p>
      </dsp:txBody>
      <dsp:txXfrm>
        <a:off x="0" y="2105558"/>
        <a:ext cx="6630174" cy="1304100"/>
      </dsp:txXfrm>
    </dsp:sp>
    <dsp:sp modelId="{8027F3A4-9CF4-4CAA-B3C5-E738B60EAC20}">
      <dsp:nvSpPr>
        <dsp:cNvPr id="0" name=""/>
        <dsp:cNvSpPr/>
      </dsp:nvSpPr>
      <dsp:spPr>
        <a:xfrm>
          <a:off x="331508" y="1839878"/>
          <a:ext cx="4641121" cy="5313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423" tIns="0" rIns="17542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Permissive Licenses:</a:t>
          </a:r>
          <a:endParaRPr lang="en-US" sz="1800" kern="1200"/>
        </a:p>
      </dsp:txBody>
      <dsp:txXfrm>
        <a:off x="357447" y="1865817"/>
        <a:ext cx="4589243" cy="479482"/>
      </dsp:txXfrm>
    </dsp:sp>
    <dsp:sp modelId="{297F17A4-03DF-4474-93B7-01277C139C1A}">
      <dsp:nvSpPr>
        <dsp:cNvPr id="0" name=""/>
        <dsp:cNvSpPr/>
      </dsp:nvSpPr>
      <dsp:spPr>
        <a:xfrm>
          <a:off x="0" y="3772539"/>
          <a:ext cx="6630174" cy="155925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4575" tIns="374904" rIns="514575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Professional Dominance:</a:t>
          </a:r>
          <a:r>
            <a:rPr lang="en-US" sz="1800" kern="1200"/>
            <a:t> Mostly paid engineers funded by enterprises for strategic innovation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Collaborative Community:</a:t>
          </a:r>
          <a:r>
            <a:rPr lang="en-US" sz="1800" kern="1200"/>
            <a:t> Volunteers and academia drive rapid growth in emerging technologies</a:t>
          </a:r>
        </a:p>
      </dsp:txBody>
      <dsp:txXfrm>
        <a:off x="0" y="3772539"/>
        <a:ext cx="6630174" cy="1559250"/>
      </dsp:txXfrm>
    </dsp:sp>
    <dsp:sp modelId="{F798821F-5E7E-49BF-A870-7A534A322482}">
      <dsp:nvSpPr>
        <dsp:cNvPr id="0" name=""/>
        <dsp:cNvSpPr/>
      </dsp:nvSpPr>
      <dsp:spPr>
        <a:xfrm>
          <a:off x="331508" y="3506858"/>
          <a:ext cx="4641121" cy="5313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423" tIns="0" rIns="17542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Who Develops Open Source?</a:t>
          </a:r>
          <a:endParaRPr lang="en-US" sz="1800" kern="1200"/>
        </a:p>
      </dsp:txBody>
      <dsp:txXfrm>
        <a:off x="357447" y="3532797"/>
        <a:ext cx="4589243" cy="47948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2FFC21-1F0E-4AE5-967E-53E79BCF0D05}">
      <dsp:nvSpPr>
        <dsp:cNvPr id="0" name=""/>
        <dsp:cNvSpPr/>
      </dsp:nvSpPr>
      <dsp:spPr>
        <a:xfrm>
          <a:off x="10090" y="449825"/>
          <a:ext cx="3426543" cy="102796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0773" tIns="270773" rIns="270773" bIns="270773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entOS Evolution (Pre-2019 vs. Today)</a:t>
          </a:r>
          <a:endParaRPr lang="en-US" sz="1700" kern="1200"/>
        </a:p>
      </dsp:txBody>
      <dsp:txXfrm>
        <a:off x="10090" y="449825"/>
        <a:ext cx="3426543" cy="1027963"/>
      </dsp:txXfrm>
    </dsp:sp>
    <dsp:sp modelId="{1737AEA1-5DED-4A51-AA78-0D7E41E30204}">
      <dsp:nvSpPr>
        <dsp:cNvPr id="0" name=""/>
        <dsp:cNvSpPr/>
      </dsp:nvSpPr>
      <dsp:spPr>
        <a:xfrm>
          <a:off x="10090" y="1477788"/>
          <a:ext cx="3426543" cy="242372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8466" tIns="338466" rIns="338466" bIns="338466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Legacy CentOS Linux:</a:t>
          </a:r>
          <a:r>
            <a:rPr lang="en-US" sz="1300" kern="1200"/>
            <a:t> Rebuilt downstream after RHEL releases, causing long delays for security patches and duplicated upstream effort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CentOS Stream:</a:t>
          </a:r>
          <a:r>
            <a:rPr lang="en-US" sz="1300" kern="1200"/>
            <a:t> Positioned upstream to enable transparent community contributions, faster vulnerability fixes, and continuous delivery</a:t>
          </a:r>
        </a:p>
      </dsp:txBody>
      <dsp:txXfrm>
        <a:off x="10090" y="1477788"/>
        <a:ext cx="3426543" cy="2423723"/>
      </dsp:txXfrm>
    </dsp:sp>
    <dsp:sp modelId="{EE7A0E0E-5F27-4B14-85CD-2A980C538F49}">
      <dsp:nvSpPr>
        <dsp:cNvPr id="0" name=""/>
        <dsp:cNvSpPr/>
      </dsp:nvSpPr>
      <dsp:spPr>
        <a:xfrm>
          <a:off x="3544528" y="449825"/>
          <a:ext cx="3426543" cy="1027963"/>
        </a:xfrm>
        <a:prstGeom prst="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0773" tIns="270773" rIns="270773" bIns="270773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Package Ecosystem: EPEL vs. EPEL Next</a:t>
          </a:r>
          <a:endParaRPr lang="en-US" sz="1700" kern="1200"/>
        </a:p>
      </dsp:txBody>
      <dsp:txXfrm>
        <a:off x="3544528" y="449825"/>
        <a:ext cx="3426543" cy="1027963"/>
      </dsp:txXfrm>
    </dsp:sp>
    <dsp:sp modelId="{24AD96F1-765E-4622-99D4-10C4FC2C9FBF}">
      <dsp:nvSpPr>
        <dsp:cNvPr id="0" name=""/>
        <dsp:cNvSpPr/>
      </dsp:nvSpPr>
      <dsp:spPr>
        <a:xfrm>
          <a:off x="3544528" y="1477788"/>
          <a:ext cx="3426543" cy="2423723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8466" tIns="338466" rIns="338466" bIns="338466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EPEL:</a:t>
          </a:r>
          <a:r>
            <a:rPr lang="en-US" sz="1300" kern="1200"/>
            <a:t> Fedora SIG repository providing community packages built against stable RHEL releases 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EPEL Next:</a:t>
          </a:r>
          <a:r>
            <a:rPr lang="en-US" sz="1300" kern="1200"/>
            <a:t> Specialized repository built directly against CentOS Stream for upcoming library rebases and newer build requirements</a:t>
          </a:r>
        </a:p>
      </dsp:txBody>
      <dsp:txXfrm>
        <a:off x="3544528" y="1477788"/>
        <a:ext cx="3426543" cy="2423723"/>
      </dsp:txXfrm>
    </dsp:sp>
    <dsp:sp modelId="{35F0339E-67ED-43BC-8F49-55C799968371}">
      <dsp:nvSpPr>
        <dsp:cNvPr id="0" name=""/>
        <dsp:cNvSpPr/>
      </dsp:nvSpPr>
      <dsp:spPr>
        <a:xfrm>
          <a:off x="7078966" y="449825"/>
          <a:ext cx="3426543" cy="1027963"/>
        </a:xfrm>
        <a:prstGeom prst="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0773" tIns="270773" rIns="270773" bIns="270773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RHEL for Edge Computing</a:t>
          </a:r>
          <a:endParaRPr lang="en-US" sz="1700" kern="1200"/>
        </a:p>
      </dsp:txBody>
      <dsp:txXfrm>
        <a:off x="7078966" y="449825"/>
        <a:ext cx="3426543" cy="1027963"/>
      </dsp:txXfrm>
    </dsp:sp>
    <dsp:sp modelId="{84EC70CB-3868-4C03-8484-A78A62CD3B1B}">
      <dsp:nvSpPr>
        <dsp:cNvPr id="0" name=""/>
        <dsp:cNvSpPr/>
      </dsp:nvSpPr>
      <dsp:spPr>
        <a:xfrm>
          <a:off x="7078966" y="1477788"/>
          <a:ext cx="3426543" cy="2423723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8466" tIns="338466" rIns="338466" bIns="338466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Image Builder:</a:t>
          </a:r>
          <a:r>
            <a:rPr lang="en-US" sz="1300" kern="1200"/>
            <a:t> Rapid generation of lightweight, customized OS images optimized for constrained edge devices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Centralized Fleet Operations:</a:t>
          </a:r>
          <a:r>
            <a:rPr lang="en-US" sz="1300" kern="1200"/>
            <a:t> Built-in zero-touch provisioning, real-time system health monitoring, and fast remote remediation</a:t>
          </a:r>
        </a:p>
      </dsp:txBody>
      <dsp:txXfrm>
        <a:off x="7078966" y="1477788"/>
        <a:ext cx="3426543" cy="24237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DF1768F-1EE9-C3EA-4B35-E3845CE397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60296BB7-04F2-3CBE-8A8E-1CD8AB7BD7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B5FFD41-6743-197E-4EFC-63EEABA33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CEF3-A1BA-463F-87DE-BE8E557277FE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DB5FC05-EDA2-4E66-C1B9-F9C0F20D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F3DE98E-79E7-129F-DB52-A2F51D313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96D7A-6CB4-413D-A0A1-29293245D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969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9207DD3-E670-9812-48B1-032843C19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C89625C-0928-C765-C2B8-82B5A3438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27741B2-2BF9-51C0-ACF6-DAD92EF5C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CEF3-A1BA-463F-87DE-BE8E557277FE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ADAD4E6-9B40-F59B-3A94-1E70FE8F9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137F014-34EF-B3A2-AC39-44CBA8FC0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96D7A-6CB4-413D-A0A1-29293245D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446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2C1F0DC-0423-4AF4-3C2F-68BD2F38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C1EE2438-D303-C1CE-3697-0DE60AAC5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435BA6C-EEF9-3EAB-B049-E7C2B909E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CEF3-A1BA-463F-87DE-BE8E557277FE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FE14D72-BB67-F63F-E77C-F4A21569C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FB952BA-A9CD-9AF8-F1A9-40AE6A1B7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96D7A-6CB4-413D-A0A1-29293245D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381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55DF4AE-88D1-D758-9E72-2C3E184F2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8109107-F169-C399-0199-CB811AC816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B4DFCED8-BF05-7165-E7B8-64F32B836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30B339D0-CF63-9B1E-0ED0-7A11AF1D9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CEF3-A1BA-463F-87DE-BE8E557277FE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6E13DF07-5A77-BDFF-8BB2-1A0979C00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EF798740-6B16-0241-AD0C-52D89ED95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96D7A-6CB4-413D-A0A1-29293245D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223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2672595-6334-CBE4-A88D-82150294D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89D1FC5-26E2-4A30-2ADE-A58E52DAF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8D739325-4BB7-E11D-A8F6-35D36D5AA9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DBA5C8D4-D838-0233-4B0E-DCC2F0C0CE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C65B672F-8ACD-C117-D232-5678B04DD7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4E6B77B8-DF42-FC1D-86B4-C4F471AAE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CEF3-A1BA-463F-87DE-BE8E557277FE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6E0C135B-F5BA-1BE3-7721-A231012B0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A2CD100A-F439-1DBD-3CB0-D893A1DED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96D7A-6CB4-413D-A0A1-29293245D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775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6BC5965-7E24-5501-C812-6FD25F191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BE5CB9EB-4565-1F96-7761-2B89BBB74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CEF3-A1BA-463F-87DE-BE8E557277FE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EF718EF8-2E04-CFCF-4521-002665DA6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9E45BD5D-9386-A6F5-7130-F8088C674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96D7A-6CB4-413D-A0A1-29293245D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06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EAF6B26F-4470-474F-0927-7FEDF5802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CEF3-A1BA-463F-87DE-BE8E557277FE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A2C25F0F-8976-0B4F-708F-6A65A8860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5E540C7A-E9E5-1998-D94A-4460B4F15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96D7A-6CB4-413D-A0A1-29293245D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071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75B1674-AE64-42B8-BAF4-215CBD8D9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F0D10CE-FE0C-973C-833F-3B427EF04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7791B97E-8283-AC1D-A455-AC9A88D0C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B9CD4B13-AF12-3508-EFFC-A949C4DA7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CEF3-A1BA-463F-87DE-BE8E557277FE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6CE3979A-5801-79A5-BB6E-A0FC19C76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0088156-BC2D-D950-16D5-4BB0B43BA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96D7A-6CB4-413D-A0A1-29293245D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741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0F516EA-4579-4859-DA48-2235423E4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5C947421-679A-8DBA-DB17-798BD9BC98A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EA0176A0-6ED2-06AC-1237-F72BF6955A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388E2C0-DC37-E7FC-341A-363699BC1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CEF3-A1BA-463F-87DE-BE8E557277FE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34071D9-D1AF-B85F-7A35-E868E692E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A0F72B2-B9D9-BAF8-90FA-F93B5328F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96D7A-6CB4-413D-A0A1-29293245D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759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39B001E-3A0E-476C-412D-36990EBF2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E9F6ABF5-AEEE-03CF-3984-05302E0821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CCA5395-A977-9EBD-9173-2B17E1CB6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CEF3-A1BA-463F-87DE-BE8E557277FE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A082FAD-DCC3-79EF-0276-76983A07D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74BB48D-2E93-5F40-966E-B8C07013C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96D7A-6CB4-413D-A0A1-29293245D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184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65DAEE8B-D213-6B4D-2CD2-3900E23A8E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10BCE92A-7F84-E725-6616-5FA2B961A0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4DC1F0C-896D-8D9D-FAD2-ADABB290E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CEF3-A1BA-463F-87DE-BE8E557277FE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36E35C1-9BF9-5A04-E043-3B6C08FFA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5950666-07BB-3365-03A0-382E5166B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96D7A-6CB4-413D-A0A1-29293245D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655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24815C68-9D8F-6660-89FB-A1529FFEE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5E150CB0-0DD7-7B89-48BB-209BE25C4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30F80E8-585B-37D5-B6D9-DD3B589484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0CCEF3-A1BA-463F-87DE-BE8E557277FE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E0F1CC5-2B4F-1106-D87F-D4C16A4718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07BAE19-D46F-9F64-6B94-82487D8504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996D7A-6CB4-413D-A0A1-29293245D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655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423C9ED-D707-9AE5-83A3-C02C70482B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5470" y="3041077"/>
            <a:ext cx="10640754" cy="775845"/>
          </a:xfrm>
        </p:spPr>
        <p:txBody>
          <a:bodyPr anchor="b"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Red Hat System Administration I 10.0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223D44DA-3ADE-E856-31FA-44C8B6343D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9131" y="3993384"/>
            <a:ext cx="8409368" cy="825508"/>
          </a:xfrm>
        </p:spPr>
        <p:txBody>
          <a:bodyPr anchor="ctr">
            <a:normAutofit/>
          </a:bodyPr>
          <a:lstStyle/>
          <a:p>
            <a:pPr algn="r"/>
            <a:r>
              <a:rPr lang="tr-TR" sz="2000" b="1" dirty="0" err="1">
                <a:solidFill>
                  <a:schemeClr val="tx2"/>
                </a:solidFill>
              </a:rPr>
              <a:t>Chapter</a:t>
            </a:r>
            <a:r>
              <a:rPr lang="tr-TR" sz="2000" b="1" dirty="0">
                <a:solidFill>
                  <a:schemeClr val="tx2"/>
                </a:solidFill>
              </a:rPr>
              <a:t> 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Resim 4">
            <a:extLst>
              <a:ext uri="{FF2B5EF4-FFF2-40B4-BE49-F238E27FC236}">
                <a16:creationId xmlns:a16="http://schemas.microsoft.com/office/drawing/2014/main" id="{84B38AA2-095D-634B-3059-51BECAEE5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69" y="375972"/>
            <a:ext cx="2916879" cy="1221295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Metin kutusu 5">
            <a:extLst>
              <a:ext uri="{FF2B5EF4-FFF2-40B4-BE49-F238E27FC236}">
                <a16:creationId xmlns:a16="http://schemas.microsoft.com/office/drawing/2014/main" id="{A8F42B92-EC7C-16BE-57B9-677AD7A323BA}"/>
              </a:ext>
            </a:extLst>
          </p:cNvPr>
          <p:cNvSpPr txBox="1"/>
          <p:nvPr/>
        </p:nvSpPr>
        <p:spPr>
          <a:xfrm>
            <a:off x="9413823" y="5503820"/>
            <a:ext cx="1843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chemeClr val="tx2"/>
                </a:solidFill>
              </a:rPr>
              <a:t>Dilara Gülenç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2485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580DF4B-9650-F217-01CA-75855727C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Should You Learn about Linux?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13" name="İçerik Yer Tutucusu 2">
            <a:extLst>
              <a:ext uri="{FF2B5EF4-FFF2-40B4-BE49-F238E27FC236}">
                <a16:creationId xmlns:a16="http://schemas.microsoft.com/office/drawing/2014/main" id="{43515D8C-113F-232E-E144-4CEE025478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7544387"/>
              </p:ext>
            </p:extLst>
          </p:nvPr>
        </p:nvGraphicFramePr>
        <p:xfrm>
          <a:off x="844446" y="1997847"/>
          <a:ext cx="10515600" cy="38481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Metin kutusu 3">
            <a:extLst>
              <a:ext uri="{FF2B5EF4-FFF2-40B4-BE49-F238E27FC236}">
                <a16:creationId xmlns:a16="http://schemas.microsoft.com/office/drawing/2014/main" id="{61B0C9DD-8582-68FE-1556-0E07DA3DF07A}"/>
              </a:ext>
            </a:extLst>
          </p:cNvPr>
          <p:cNvSpPr txBox="1"/>
          <p:nvPr/>
        </p:nvSpPr>
        <p:spPr>
          <a:xfrm>
            <a:off x="838200" y="1184197"/>
            <a:ext cx="8994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From Web Browsing to Supercomputers</a:t>
            </a:r>
          </a:p>
        </p:txBody>
      </p:sp>
    </p:spTree>
    <p:extLst>
      <p:ext uri="{BB962C8B-B14F-4D97-AF65-F5344CB8AC3E}">
        <p14:creationId xmlns:p14="http://schemas.microsoft.com/office/powerpoint/2010/main" val="342695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F06D28B-F1DE-5AD6-CDDB-82A0DD32C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Should You Learn about Linux?</a:t>
            </a:r>
          </a:p>
        </p:txBody>
      </p:sp>
      <p:graphicFrame>
        <p:nvGraphicFramePr>
          <p:cNvPr id="8" name="İçerik Yer Tutucusu 2">
            <a:extLst>
              <a:ext uri="{FF2B5EF4-FFF2-40B4-BE49-F238E27FC236}">
                <a16:creationId xmlns:a16="http://schemas.microsoft.com/office/drawing/2014/main" id="{9A66F480-0054-4548-578A-509DF4A4C1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2109011"/>
              </p:ext>
            </p:extLst>
          </p:nvPr>
        </p:nvGraphicFramePr>
        <p:xfrm>
          <a:off x="838200" y="1868348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Metin kutusu 3">
            <a:extLst>
              <a:ext uri="{FF2B5EF4-FFF2-40B4-BE49-F238E27FC236}">
                <a16:creationId xmlns:a16="http://schemas.microsoft.com/office/drawing/2014/main" id="{7A03C48F-EC4F-2624-523F-6E2C5DBBA979}"/>
              </a:ext>
            </a:extLst>
          </p:cNvPr>
          <p:cNvSpPr txBox="1"/>
          <p:nvPr/>
        </p:nvSpPr>
        <p:spPr>
          <a:xfrm>
            <a:off x="1064302" y="1499016"/>
            <a:ext cx="4841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Essential Driver for IT Career</a:t>
            </a:r>
            <a:r>
              <a:rPr lang="tr-TR" b="1" dirty="0"/>
              <a:t>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23280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Başlık 1">
            <a:extLst>
              <a:ext uri="{FF2B5EF4-FFF2-40B4-BE49-F238E27FC236}">
                <a16:creationId xmlns:a16="http://schemas.microsoft.com/office/drawing/2014/main" id="{53F9378D-D575-87FC-48F5-D3498F284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What Makes Linux Great?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CA0EF57-94BB-2B72-7232-7A2B44579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/>
                </a:solidFill>
              </a:rPr>
              <a:t>Open Source Model:</a:t>
            </a:r>
            <a:r>
              <a:rPr lang="en-US" sz="2400" dirty="0">
                <a:solidFill>
                  <a:schemeClr val="tx2"/>
                </a:solidFill>
              </a:rPr>
              <a:t> Full code visibility, freedom to experiment, and faster community innovation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/>
                </a:solidFill>
              </a:rPr>
              <a:t>Powerful Command-Line (CLI):</a:t>
            </a:r>
            <a:r>
              <a:rPr lang="en-US" sz="2400" dirty="0">
                <a:solidFill>
                  <a:schemeClr val="tx2"/>
                </a:solidFill>
              </a:rPr>
              <a:t> Native automation, rapid scripting, and simplified local/remote management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/>
                </a:solidFill>
              </a:rPr>
              <a:t>Modular Architecture:</a:t>
            </a:r>
            <a:r>
              <a:rPr lang="en-US" sz="2400" dirty="0">
                <a:solidFill>
                  <a:schemeClr val="tx2"/>
                </a:solidFill>
              </a:rPr>
              <a:t> Easy component replacement, flexible upgrades, and custom-tailored systems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/>
                </a:solidFill>
              </a:rPr>
              <a:t>Workstation to Appliance:</a:t>
            </a:r>
            <a:r>
              <a:rPr lang="en-US" sz="2400" dirty="0">
                <a:solidFill>
                  <a:schemeClr val="tx2"/>
                </a:solidFill>
              </a:rPr>
              <a:t> Scales seamlessly from full development machines to minimal appliances</a:t>
            </a:r>
          </a:p>
          <a:p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4972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E50050F-8E39-83B6-09C6-01B6B1B4B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What Is Open Source &amp; Its Benefits</a:t>
            </a:r>
          </a:p>
        </p:txBody>
      </p:sp>
      <p:sp>
        <p:nvSpPr>
          <p:cNvPr id="40" name="İçerik Yer Tutucusu 2">
            <a:extLst>
              <a:ext uri="{FF2B5EF4-FFF2-40B4-BE49-F238E27FC236}">
                <a16:creationId xmlns:a16="http://schemas.microsoft.com/office/drawing/2014/main" id="{A0D05578-41CD-230D-319F-A04C03A12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900" b="1"/>
              <a:t>Core Definition:</a:t>
            </a:r>
            <a:r>
              <a:rPr lang="en-US" sz="1900"/>
              <a:t> Software distributed with human-readable source code under royalty-free licenses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900" b="1"/>
              <a:t>Open Source vs. Proprietary:</a:t>
            </a:r>
            <a:r>
              <a:rPr lang="en-US" sz="1900"/>
              <a:t> Replaces closed black-box models with full transparency and collaborative innovation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900" b="1"/>
              <a:t>Commercial Integration:</a:t>
            </a:r>
            <a:r>
              <a:rPr lang="en-US" sz="1900"/>
              <a:t> Powers enterprise operations; commercial vendors (like Red Hat) provide enterprise support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900" b="1"/>
              <a:t>Key User Benefits:</a:t>
            </a:r>
            <a:endParaRPr lang="en-US" sz="19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b="1"/>
              <a:t>Control:</a:t>
            </a:r>
            <a:r>
              <a:rPr lang="en-US" sz="1900"/>
              <a:t> Inspect exactly what the program does and adapt 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b="1"/>
              <a:t>Training:</a:t>
            </a:r>
            <a:r>
              <a:rPr lang="en-US" sz="1900"/>
              <a:t> Learn directly from production-grade, real-world code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b="1"/>
              <a:t>Security:</a:t>
            </a:r>
            <a:r>
              <a:rPr lang="en-US" sz="1900"/>
              <a:t> Audit sensitive logic and fix vulnerabilities independently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900" b="1"/>
              <a:t>Stability:</a:t>
            </a:r>
            <a:r>
              <a:rPr lang="en-US" sz="1900"/>
              <a:t> Ensures code survives even if the original author departs</a:t>
            </a:r>
          </a:p>
          <a:p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862083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3">
            <a:extLst>
              <a:ext uri="{FF2B5EF4-FFF2-40B4-BE49-F238E27FC236}">
                <a16:creationId xmlns:a16="http://schemas.microsoft.com/office/drawing/2014/main" id="{7D144591-E9E9-4209-8701-3BB48A917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37751ED-D723-6B9E-203D-9835DF1C6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6084" y="547712"/>
            <a:ext cx="3337715" cy="5577367"/>
          </a:xfrm>
        </p:spPr>
        <p:txBody>
          <a:bodyPr>
            <a:normAutofit/>
          </a:bodyPr>
          <a:lstStyle/>
          <a:p>
            <a:r>
              <a:rPr lang="en-US" sz="5200" dirty="0"/>
              <a:t>What Is Open Source &amp; Its Benefits</a:t>
            </a:r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7BE3B2E6-A4D7-9A9B-DB7B-C4E19C601B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1894403"/>
              </p:ext>
            </p:extLst>
          </p:nvPr>
        </p:nvGraphicFramePr>
        <p:xfrm>
          <a:off x="838200" y="620392"/>
          <a:ext cx="6630174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25853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D98C5B87-5A9F-41DA-9B6A-52DE74FCD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What Is a Linux Distribution?</a:t>
            </a:r>
          </a:p>
        </p:txBody>
      </p:sp>
      <p:graphicFrame>
        <p:nvGraphicFramePr>
          <p:cNvPr id="7" name="İçerik Yer Tutucusu 3">
            <a:extLst>
              <a:ext uri="{FF2B5EF4-FFF2-40B4-BE49-F238E27FC236}">
                <a16:creationId xmlns:a16="http://schemas.microsoft.com/office/drawing/2014/main" id="{A0BD74C7-069B-C88B-0915-2964B37382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8142869"/>
              </p:ext>
            </p:extLst>
          </p:nvPr>
        </p:nvGraphicFramePr>
        <p:xfrm>
          <a:off x="689548" y="1891969"/>
          <a:ext cx="10897848" cy="4671493"/>
        </p:xfrm>
        <a:graphic>
          <a:graphicData uri="http://schemas.openxmlformats.org/drawingml/2006/table">
            <a:tbl>
              <a:tblPr/>
              <a:tblGrid>
                <a:gridCol w="3632616">
                  <a:extLst>
                    <a:ext uri="{9D8B030D-6E8A-4147-A177-3AD203B41FA5}">
                      <a16:colId xmlns:a16="http://schemas.microsoft.com/office/drawing/2014/main" val="1861290746"/>
                    </a:ext>
                  </a:extLst>
                </a:gridCol>
                <a:gridCol w="3632616">
                  <a:extLst>
                    <a:ext uri="{9D8B030D-6E8A-4147-A177-3AD203B41FA5}">
                      <a16:colId xmlns:a16="http://schemas.microsoft.com/office/drawing/2014/main" val="2963983918"/>
                    </a:ext>
                  </a:extLst>
                </a:gridCol>
                <a:gridCol w="3632616">
                  <a:extLst>
                    <a:ext uri="{9D8B030D-6E8A-4147-A177-3AD203B41FA5}">
                      <a16:colId xmlns:a16="http://schemas.microsoft.com/office/drawing/2014/main" val="4264640321"/>
                    </a:ext>
                  </a:extLst>
                </a:gridCol>
              </a:tblGrid>
              <a:tr h="703236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01. THE CORE KERNEL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02. SYSTEM COMPONENTS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b="1">
                          <a:effectLst/>
                          <a:latin typeface="Google Sans Text"/>
                        </a:rPr>
                        <a:t>03. THE DISTRIBUTION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4297908"/>
                  </a:ext>
                </a:extLst>
              </a:tr>
              <a:tr h="3968257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Linus Torvalds (1991)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endParaRPr lang="en-US" dirty="0">
                        <a:effectLst/>
                        <a:latin typeface="Google Sans Text"/>
                      </a:endParaRPr>
                    </a:p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Manages hardware, system memory, and process scheduling under the GPL license.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GNU, Wayland &amp; Servers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endParaRPr lang="en-US" dirty="0">
                        <a:effectLst/>
                        <a:latin typeface="Google Sans Text"/>
                      </a:endParaRPr>
                    </a:p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Adds shells, utilities, Apache, and </a:t>
                      </a:r>
                      <a:r>
                        <a:rPr lang="en-US" dirty="0" err="1">
                          <a:effectLst/>
                          <a:latin typeface="Google Sans Text"/>
                        </a:rPr>
                        <a:t>Sendmail</a:t>
                      </a:r>
                      <a:r>
                        <a:rPr lang="en-US" dirty="0">
                          <a:effectLst/>
                          <a:latin typeface="Google Sans Text"/>
                        </a:rPr>
                        <a:t> to create a complete UNIX-like environment.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Prebuilt &amp; Tested</a:t>
                      </a:r>
                      <a:br>
                        <a:rPr lang="en-US" dirty="0">
                          <a:effectLst/>
                          <a:latin typeface="Google Sans Text"/>
                        </a:rPr>
                      </a:br>
                      <a:endParaRPr lang="en-US" dirty="0">
                        <a:effectLst/>
                        <a:latin typeface="Google Sans Text"/>
                      </a:endParaRPr>
                    </a:p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Solves assembly complexity by providing easy installation, updates, and vendor support.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300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2636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F75AD06-DFC4-4B3A-8490-330823D0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587C93-0840-40DF-96D5-D1F2137E6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8C0D104-38C7-D41E-B969-FC28ED094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01859"/>
            <a:ext cx="4130185" cy="4054282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RED HAT: CONNECTING ENTERPRISE TO OPEN SOURCE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02D55A-F529-4B19-BAF9-F63240A7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3839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0367E3C-3947-493D-9458-5955DB20AE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E8D9785-21DB-4CE6-B138-2999AD6161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3AA5AD5-8F29-4165-8112-305DDDDDD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4EC0CF-F38F-4D7F-B48D-9A26E814D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03352681-CAA2-06E2-8AE0-98E27F7BBA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57800" y="1553134"/>
                <a:ext cx="6128539" cy="3751732"/>
              </a:xfrm>
            </p:spPr>
            <p:txBody>
              <a:bodyPr anchor="ctr">
                <a:normAutofit/>
              </a:bodyPr>
              <a:lstStyle/>
              <a:p>
                <a:pPr marL="0" marR="0">
                  <a:buNone/>
                </a:pPr>
                <a:r>
                  <a:rPr lang="en-US" sz="1800" b="1" dirty="0">
                    <a:solidFill>
                      <a:schemeClr val="tx2"/>
                    </a:solidFill>
                    <a:effectLst/>
                    <a:latin typeface="Google Sans Text"/>
                  </a:rPr>
                  <a:t>01. IDENTITY &amp; MISSION</a:t>
                </a:r>
                <a:endParaRPr lang="en-US" sz="1800" dirty="0">
                  <a:solidFill>
                    <a:schemeClr val="tx2"/>
                  </a:solidFill>
                  <a:effectLst/>
                  <a:latin typeface="Google Sans Text"/>
                </a:endParaRPr>
              </a:p>
              <a:p>
                <a:pPr marL="0" marR="0">
                  <a:buNone/>
                </a:pPr>
                <a:r>
                  <a:rPr lang="en-US" sz="1800" dirty="0">
                    <a:solidFill>
                      <a:schemeClr val="tx2"/>
                    </a:solidFill>
                    <a:effectLst/>
                    <a:latin typeface="Google Sans Text"/>
                  </a:rPr>
                  <a:t>World’s leading provider of enterprise open-source solutions. Acts as a catalyst connecting customers, contributors, and partners to build technology collaboratively.</a:t>
                </a:r>
              </a:p>
              <a:p>
                <a:pPr marL="0" marR="0">
                  <a:buNone/>
                </a:pPr>
                <a:r>
                  <a:rPr lang="en-US" sz="1800" b="1" dirty="0">
                    <a:solidFill>
                      <a:schemeClr val="tx2"/>
                    </a:solidFill>
                    <a:effectLst/>
                    <a:latin typeface="Google Sans Text"/>
                  </a:rPr>
                  <a:t>02. THE ECOSYSTEM BRIDGE</a:t>
                </a:r>
                <a:endParaRPr lang="en-US" sz="1800" dirty="0">
                  <a:solidFill>
                    <a:schemeClr val="tx2"/>
                  </a:solidFill>
                  <a:effectLst/>
                  <a:latin typeface="Google Sans Text"/>
                </a:endParaRPr>
              </a:p>
              <a:p>
                <a:pPr marL="0" marR="0">
                  <a:buNone/>
                </a:pPr>
                <a:r>
                  <a:rPr lang="en-US" sz="1800" dirty="0">
                    <a:solidFill>
                      <a:schemeClr val="tx2"/>
                    </a:solidFill>
                    <a:effectLst/>
                    <a:latin typeface="Google Sans Text"/>
                  </a:rPr>
                  <a:t>Converts raw community innovation into secure, supported enterprise platforms, actively reinvesting in upstream projects to shape the future of IT.</a:t>
                </a:r>
              </a:p>
              <a:p>
                <a:pPr marL="0" marR="0">
                  <a:buNone/>
                </a:pPr>
                <a:r>
                  <a:rPr lang="en-US" sz="1800" b="1" dirty="0">
                    <a:solidFill>
                      <a:schemeClr val="tx2"/>
                    </a:solidFill>
                    <a:effectLst/>
                    <a:latin typeface="Google Sans Text"/>
                  </a:rPr>
                  <a:t>03. PRODUCT &amp; TECHNOLOGY STACK</a:t>
                </a:r>
                <a:endParaRPr lang="en-US" sz="1800" dirty="0">
                  <a:solidFill>
                    <a:schemeClr val="tx2"/>
                  </a:solidFill>
                  <a:effectLst/>
                  <a:latin typeface="Google Sans Text"/>
                </a:endParaRPr>
              </a:p>
              <a:p>
                <a:pPr marL="0" marR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sz="1800" i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RHEL (Enterprise Linux)</m:t>
                      </m:r>
                      <m:r>
                        <a:rPr lang="en-US" sz="1800" i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 ⟶ </m:t>
                      </m:r>
                      <m:r>
                        <m:rPr>
                          <m:nor/>
                        </m:rPr>
                        <a:rPr lang="en-US" sz="1800" i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JBoss (Middleware)</m:t>
                      </m:r>
                      <m:r>
                        <a:rPr lang="en-US" sz="1800" i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 ⟶ </m:t>
                      </m:r>
                      <m:r>
                        <m:rPr>
                          <m:nor/>
                        </m:rPr>
                        <a:rPr lang="en-US" sz="1800" i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OpenShift &amp; OpenStack (Cloud)</m:t>
                      </m:r>
                      <m:r>
                        <a:rPr lang="en-US" sz="1800" i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 ⟶ </m:t>
                      </m:r>
                      <m:r>
                        <m:rPr>
                          <m:nor/>
                        </m:rPr>
                        <a:rPr lang="en-US" sz="1800" i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Ceph (Storage)</m:t>
                      </m:r>
                    </m:oMath>
                  </m:oMathPara>
                </a14:m>
                <a:endParaRPr lang="en-US" sz="1800" dirty="0">
                  <a:solidFill>
                    <a:schemeClr val="tx2"/>
                  </a:solidFill>
                  <a:effectLst/>
                  <a:latin typeface="Google Sans Text"/>
                </a:endParaRPr>
              </a:p>
              <a:p>
                <a:endParaRPr lang="en-US" sz="1800" dirty="0">
                  <a:solidFill>
                    <a:schemeClr val="tx2"/>
                  </a:solidFill>
                </a:endParaRPr>
              </a:p>
            </p:txBody>
          </p:sp>
        </mc:Choice>
        <mc:Fallback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03352681-CAA2-06E2-8AE0-98E27F7BBA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57800" y="1553134"/>
                <a:ext cx="6128539" cy="3751732"/>
              </a:xfrm>
              <a:blipFill>
                <a:blip r:embed="rId2"/>
                <a:stretch>
                  <a:fillRect l="-896" t="-6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47A3A52F-BCB3-444D-9372-EE018B135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8535970" y="4114799"/>
            <a:ext cx="3655725" cy="2743201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1E32C13-DED6-4967-85B8-68DD77103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8DDA515-BC6A-47FB-951E-E1E7928750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97EEFA7-6787-4EC0-8284-6D3D273061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A9621AC-50AB-4B43-896D-78FE571A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Resim 4">
            <a:extLst>
              <a:ext uri="{FF2B5EF4-FFF2-40B4-BE49-F238E27FC236}">
                <a16:creationId xmlns:a16="http://schemas.microsoft.com/office/drawing/2014/main" id="{A29970FF-8225-7314-294D-7A8C76E6C2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72" y="152207"/>
            <a:ext cx="1610925" cy="120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233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40CDCA9-5EEA-63F4-F7EB-82C0ED9A0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0284" y="305232"/>
            <a:ext cx="3443514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Red Hat Enterprise Linux Ecosystem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E6D05A64-6097-4101-03A5-447A9F1CC5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7114" y="1322350"/>
            <a:ext cx="6449549" cy="4142657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82344395-83CF-CF88-7BAD-861423D8325F}"/>
              </a:ext>
            </a:extLst>
          </p:cNvPr>
          <p:cNvSpPr txBox="1"/>
          <p:nvPr/>
        </p:nvSpPr>
        <p:spPr>
          <a:xfrm>
            <a:off x="7910284" y="1921435"/>
            <a:ext cx="4006895" cy="46313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indent="-342900" algn="just">
              <a:lnSpc>
                <a:spcPct val="90000"/>
              </a:lnSpc>
              <a:spcAft>
                <a:spcPts val="150"/>
              </a:spcAft>
              <a:buAutoNum type="arabicPeriod"/>
            </a:pPr>
            <a:r>
              <a:rPr lang="en-US" sz="1600" b="1" i="0" dirty="0">
                <a:effectLst/>
              </a:rPr>
              <a:t>COMMUNITY ENGINE</a:t>
            </a:r>
          </a:p>
          <a:p>
            <a:pPr marR="0" algn="just">
              <a:lnSpc>
                <a:spcPct val="90000"/>
              </a:lnSpc>
              <a:spcAft>
                <a:spcPts val="450"/>
              </a:spcAft>
            </a:pPr>
            <a:r>
              <a:rPr lang="en-US" sz="1600" b="1" i="0" dirty="0">
                <a:effectLst/>
              </a:rPr>
              <a:t>Fedora &amp; EPEL (~62K Packages)</a:t>
            </a:r>
          </a:p>
          <a:p>
            <a:pPr marR="0" algn="just">
              <a:lnSpc>
                <a:spcPct val="90000"/>
              </a:lnSpc>
            </a:pPr>
            <a:r>
              <a:rPr lang="en-US" sz="1600" b="0" i="0" dirty="0">
                <a:effectLst/>
              </a:rPr>
              <a:t>Upstream innovation and experimental proving ground. EPEL extends community packages to production platforms.</a:t>
            </a:r>
          </a:p>
          <a:p>
            <a:pPr marR="0" algn="just">
              <a:lnSpc>
                <a:spcPct val="90000"/>
              </a:lnSpc>
              <a:spcAft>
                <a:spcPts val="150"/>
              </a:spcAft>
            </a:pPr>
            <a:endParaRPr lang="tr-TR" sz="1600" b="1" i="0" dirty="0">
              <a:effectLst/>
            </a:endParaRPr>
          </a:p>
          <a:p>
            <a:pPr marR="0" algn="just">
              <a:lnSpc>
                <a:spcPct val="90000"/>
              </a:lnSpc>
              <a:spcAft>
                <a:spcPts val="150"/>
              </a:spcAft>
            </a:pPr>
            <a:r>
              <a:rPr lang="en-US" sz="1600" b="1" i="0" dirty="0">
                <a:effectLst/>
              </a:rPr>
              <a:t>02. CONTINUOUS STAGING</a:t>
            </a:r>
          </a:p>
          <a:p>
            <a:pPr marR="0" algn="just">
              <a:lnSpc>
                <a:spcPct val="90000"/>
              </a:lnSpc>
              <a:spcAft>
                <a:spcPts val="450"/>
              </a:spcAft>
            </a:pPr>
            <a:r>
              <a:rPr lang="en-US" sz="1600" b="1" i="0" dirty="0">
                <a:effectLst/>
              </a:rPr>
              <a:t>CentOS Stream (~8.1K Packages)</a:t>
            </a:r>
          </a:p>
          <a:p>
            <a:pPr marR="0" algn="just">
              <a:lnSpc>
                <a:spcPct val="90000"/>
              </a:lnSpc>
            </a:pPr>
            <a:r>
              <a:rPr lang="en-US" sz="1600" b="0" i="0" dirty="0">
                <a:effectLst/>
              </a:rPr>
              <a:t>Transparent continuous delivery pipeline where mature upstream software is stabilized directly for RHEL.</a:t>
            </a:r>
          </a:p>
          <a:p>
            <a:pPr marR="0" algn="just">
              <a:lnSpc>
                <a:spcPct val="90000"/>
              </a:lnSpc>
              <a:spcAft>
                <a:spcPts val="150"/>
              </a:spcAft>
            </a:pPr>
            <a:endParaRPr lang="tr-TR" sz="1600" b="1" i="0" dirty="0">
              <a:effectLst/>
            </a:endParaRPr>
          </a:p>
          <a:p>
            <a:pPr marR="0" algn="just">
              <a:lnSpc>
                <a:spcPct val="90000"/>
              </a:lnSpc>
              <a:spcAft>
                <a:spcPts val="150"/>
              </a:spcAft>
            </a:pPr>
            <a:r>
              <a:rPr lang="en-US" sz="1600" b="1" i="0" dirty="0">
                <a:effectLst/>
              </a:rPr>
              <a:t>03. PRODUCTION &amp; SPECIALIZATION</a:t>
            </a:r>
          </a:p>
          <a:p>
            <a:pPr marR="0" algn="just">
              <a:lnSpc>
                <a:spcPct val="90000"/>
              </a:lnSpc>
              <a:spcAft>
                <a:spcPts val="450"/>
              </a:spcAft>
            </a:pPr>
            <a:r>
              <a:rPr lang="en-US" sz="1600" b="1" i="0" dirty="0">
                <a:effectLst/>
              </a:rPr>
              <a:t>RHEL, UBI &amp; CoreOS (RHCOS)</a:t>
            </a:r>
          </a:p>
          <a:p>
            <a:pPr marR="0" algn="just">
              <a:lnSpc>
                <a:spcPct val="90000"/>
              </a:lnSpc>
              <a:spcAft>
                <a:spcPts val="450"/>
              </a:spcAft>
            </a:pPr>
            <a:r>
              <a:rPr lang="en-US" sz="1600" b="0" i="0" dirty="0">
                <a:effectLst/>
              </a:rPr>
              <a:t>0-year enterprise release supplying components to Universal Base Images (UBI) and container-ready OpenShift hosts.</a:t>
            </a:r>
            <a:endParaRPr lang="en-US" sz="1600" b="1" i="0" dirty="0">
              <a:effectLst/>
            </a:endParaRPr>
          </a:p>
          <a:p>
            <a:pPr algn="just">
              <a:lnSpc>
                <a:spcPct val="90000"/>
              </a:lnSpc>
            </a:pPr>
            <a:br>
              <a:rPr lang="en-US" sz="1600" dirty="0"/>
            </a:br>
            <a:endParaRPr lang="en-US" sz="1600" dirty="0"/>
          </a:p>
        </p:txBody>
      </p:sp>
      <p:grpSp>
        <p:nvGrpSpPr>
          <p:cNvPr id="24" name="Group 19">
            <a:extLst>
              <a:ext uri="{FF2B5EF4-FFF2-40B4-BE49-F238E27FC236}">
                <a16:creationId xmlns:a16="http://schemas.microsoft.com/office/drawing/2014/main" id="{31C49F18-8757-4E87-5C2E-9D6D7B82B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25" name="Rectangle 20">
              <a:extLst>
                <a:ext uri="{FF2B5EF4-FFF2-40B4-BE49-F238E27FC236}">
                  <a16:creationId xmlns:a16="http://schemas.microsoft.com/office/drawing/2014/main" id="{25C84D91-E5BF-B919-ACEF-4A25262CE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1">
              <a:extLst>
                <a:ext uri="{FF2B5EF4-FFF2-40B4-BE49-F238E27FC236}">
                  <a16:creationId xmlns:a16="http://schemas.microsoft.com/office/drawing/2014/main" id="{DD889E38-27CA-E23F-B646-8D7B4BB17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32719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Başlık 1">
            <a:extLst>
              <a:ext uri="{FF2B5EF4-FFF2-40B4-BE49-F238E27FC236}">
                <a16:creationId xmlns:a16="http://schemas.microsoft.com/office/drawing/2014/main" id="{76063D79-673F-FEEB-53BC-D46EC498EBB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RHEL Continuous Development &amp; Cadence</a:t>
            </a:r>
            <a:endParaRPr lang="en-US" dirty="0"/>
          </a:p>
        </p:txBody>
      </p:sp>
      <p:sp>
        <p:nvSpPr>
          <p:cNvPr id="17" name="İçerik Yer Tutucusu 2">
            <a:extLst>
              <a:ext uri="{FF2B5EF4-FFF2-40B4-BE49-F238E27FC236}">
                <a16:creationId xmlns:a16="http://schemas.microsoft.com/office/drawing/2014/main" id="{C69111AF-6508-E581-A6A1-891D8E9CC690}"/>
              </a:ext>
            </a:extLst>
          </p:cNvPr>
          <p:cNvSpPr txBox="1">
            <a:spLocks/>
          </p:cNvSpPr>
          <p:nvPr/>
        </p:nvSpPr>
        <p:spPr>
          <a:xfrm>
            <a:off x="111802" y="4598153"/>
            <a:ext cx="3617627" cy="22598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50"/>
              </a:spcAft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EE0000"/>
                </a:solidFill>
                <a:latin typeface="JetBrains Mono"/>
              </a:rPr>
              <a:t>PHASE 01</a:t>
            </a:r>
          </a:p>
          <a:p>
            <a:pPr marL="0" indent="0">
              <a:spcAft>
                <a:spcPts val="45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0F172A"/>
                </a:solidFill>
                <a:latin typeface="Space Grotesk"/>
              </a:rPr>
              <a:t>Fedora Rawhide &amp; Fedora 40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475569"/>
                </a:solidFill>
                <a:latin typeface="Inter"/>
              </a:rPr>
              <a:t>Rawhide provides the continuous upstream bed; Fedora 40 branches out to become the code base for RHEL 10.</a:t>
            </a: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1424C05D-65F5-FC9B-5448-0C2D946403D7}"/>
              </a:ext>
            </a:extLst>
          </p:cNvPr>
          <p:cNvSpPr txBox="1"/>
          <p:nvPr/>
        </p:nvSpPr>
        <p:spPr>
          <a:xfrm>
            <a:off x="4272583" y="4597027"/>
            <a:ext cx="3617627" cy="1934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5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PHASE 02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45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CentOS Stream 10 Staging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Nightly integration and regression testing platform where upstream commits are hardened before release.</a:t>
            </a:r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8B28A111-B8B8-55A1-D979-1965126E5B7C}"/>
              </a:ext>
            </a:extLst>
          </p:cNvPr>
          <p:cNvSpPr txBox="1"/>
          <p:nvPr/>
        </p:nvSpPr>
        <p:spPr>
          <a:xfrm>
            <a:off x="8433365" y="4645825"/>
            <a:ext cx="3758635" cy="1935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5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PHASE 03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45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RHEL 10 Beta to RHEL 10.0 GA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Public testing through beta releases culminating in certified production-ready 10-year enterprise stability.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CE47DA59-E43A-4C42-13DE-36B1A095A1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802" y="1690688"/>
            <a:ext cx="8747385" cy="279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981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77F848A-441C-0464-79B3-1B5FC4F44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463" y="365125"/>
            <a:ext cx="11127074" cy="1325563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Distribution Comparison &amp; Enterprise Readiness</a:t>
            </a:r>
          </a:p>
        </p:txBody>
      </p:sp>
      <p:graphicFrame>
        <p:nvGraphicFramePr>
          <p:cNvPr id="4" name="İçerik Yer Tutucusu 3">
            <a:extLst>
              <a:ext uri="{FF2B5EF4-FFF2-40B4-BE49-F238E27FC236}">
                <a16:creationId xmlns:a16="http://schemas.microsoft.com/office/drawing/2014/main" id="{988931D7-A4AB-4802-66DF-C8FD2CC70C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9612894"/>
              </p:ext>
            </p:extLst>
          </p:nvPr>
        </p:nvGraphicFramePr>
        <p:xfrm>
          <a:off x="226726" y="1690688"/>
          <a:ext cx="11738548" cy="36996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34637">
                  <a:extLst>
                    <a:ext uri="{9D8B030D-6E8A-4147-A177-3AD203B41FA5}">
                      <a16:colId xmlns:a16="http://schemas.microsoft.com/office/drawing/2014/main" val="571241518"/>
                    </a:ext>
                  </a:extLst>
                </a:gridCol>
                <a:gridCol w="2934637">
                  <a:extLst>
                    <a:ext uri="{9D8B030D-6E8A-4147-A177-3AD203B41FA5}">
                      <a16:colId xmlns:a16="http://schemas.microsoft.com/office/drawing/2014/main" val="376655920"/>
                    </a:ext>
                  </a:extLst>
                </a:gridCol>
                <a:gridCol w="2934637">
                  <a:extLst>
                    <a:ext uri="{9D8B030D-6E8A-4147-A177-3AD203B41FA5}">
                      <a16:colId xmlns:a16="http://schemas.microsoft.com/office/drawing/2014/main" val="2399377833"/>
                    </a:ext>
                  </a:extLst>
                </a:gridCol>
                <a:gridCol w="2934637">
                  <a:extLst>
                    <a:ext uri="{9D8B030D-6E8A-4147-A177-3AD203B41FA5}">
                      <a16:colId xmlns:a16="http://schemas.microsoft.com/office/drawing/2014/main" val="1582444916"/>
                    </a:ext>
                  </a:extLst>
                </a:gridCol>
              </a:tblGrid>
              <a:tr h="359555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Feature / Dimension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Fedora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CentOS Stream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RHEL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04817975"/>
                  </a:ext>
                </a:extLst>
              </a:tr>
              <a:tr h="359555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Documentation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Community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Community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Red Hat Official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616457486"/>
                  </a:ext>
                </a:extLst>
              </a:tr>
              <a:tr h="590698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Expert Technical Support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None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None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effectLst/>
                        </a:rPr>
                        <a:t>24/7 Dedicated Support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216374116"/>
                  </a:ext>
                </a:extLst>
              </a:tr>
              <a:tr h="359555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Product Security Team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None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None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Dedicated Team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350462368"/>
                  </a:ext>
                </a:extLst>
              </a:tr>
              <a:tr h="359555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Security Certifications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None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None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Fully Certified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912978744"/>
                  </a:ext>
                </a:extLst>
              </a:tr>
              <a:tr h="590698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effectLst/>
                        </a:rPr>
                        <a:t>Centralized Management Tools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None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effectLst/>
                        </a:rPr>
                        <a:t>None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Included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901678260"/>
                  </a:ext>
                </a:extLst>
              </a:tr>
              <a:tr h="590698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Zero-Cost Access Options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Free OS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Free OS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effectLst/>
                        </a:rPr>
                        <a:t>Free Developer Subscription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720308164"/>
                  </a:ext>
                </a:extLst>
              </a:tr>
            </a:tbl>
          </a:graphicData>
        </a:graphic>
      </p:graphicFrame>
      <p:sp>
        <p:nvSpPr>
          <p:cNvPr id="5" name="Metin kutusu 4">
            <a:extLst>
              <a:ext uri="{FF2B5EF4-FFF2-40B4-BE49-F238E27FC236}">
                <a16:creationId xmlns:a16="http://schemas.microsoft.com/office/drawing/2014/main" id="{5EA22947-9E81-6EFE-1AE1-B15AC886798D}"/>
              </a:ext>
            </a:extLst>
          </p:cNvPr>
          <p:cNvSpPr txBox="1"/>
          <p:nvPr/>
        </p:nvSpPr>
        <p:spPr>
          <a:xfrm>
            <a:off x="667063" y="5390346"/>
            <a:ext cx="108578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/>
              <a:t>Hardware Architecture Support:</a:t>
            </a:r>
            <a:r>
              <a:rPr lang="en-US" dirty="0"/>
              <a:t> RHEL and CentOS Stream natively support Intel/AMD x86_64, ARM64, IBM Power, and IBM Z</a:t>
            </a:r>
          </a:p>
          <a:p>
            <a:pPr lvl="0"/>
            <a:r>
              <a:rPr lang="en-US" b="1" dirty="0"/>
              <a:t>Subscription Model:</a:t>
            </a:r>
            <a:r>
              <a:rPr lang="en-US" dirty="0"/>
              <a:t> No open-source software license fees; value delivered via maintenance, certifications, knowledge base access, and ongoing enterprise support</a:t>
            </a:r>
          </a:p>
        </p:txBody>
      </p:sp>
    </p:spTree>
    <p:extLst>
      <p:ext uri="{BB962C8B-B14F-4D97-AF65-F5344CB8AC3E}">
        <p14:creationId xmlns:p14="http://schemas.microsoft.com/office/powerpoint/2010/main" val="2607129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59EF67E-1844-0A92-A5FC-0CF4FE14560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2153" b="357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61F29AF-C98D-FDF1-1B56-DD185E81D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Evolution, Edge &amp; Developer Ecosystem</a:t>
            </a:r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0C85953B-38E8-368C-C8BF-8145A713B1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830948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32362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C4A077F-40C7-B050-41A6-C2E8BF943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indent="0"/>
            <a:r>
              <a:rPr lang="en-US" sz="3400" b="0" i="0">
                <a:solidFill>
                  <a:srgbClr val="FFFFFF"/>
                </a:solidFill>
                <a:effectLst/>
                <a:latin typeface="RedHatDisplay"/>
              </a:rPr>
              <a:t>Obtaining Red Hat Enterprise Linux</a:t>
            </a:r>
            <a:br>
              <a:rPr lang="en-US" sz="3400" b="0" i="0">
                <a:solidFill>
                  <a:srgbClr val="FFFFFF"/>
                </a:solidFill>
                <a:effectLst/>
                <a:latin typeface="RedHatDisplay"/>
              </a:rPr>
            </a:br>
            <a:endParaRPr lang="en-US" sz="3400">
              <a:solidFill>
                <a:srgbClr val="FFFFFF"/>
              </a:solidFill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FCC4C98-78D1-9A89-5C33-735B62CFA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8022" y="2608288"/>
            <a:ext cx="9895951" cy="3827981"/>
          </a:xfrm>
        </p:spPr>
        <p:txBody>
          <a:bodyPr anchor="ctr">
            <a:noAutofit/>
          </a:bodyPr>
          <a:lstStyle/>
          <a:p>
            <a:pPr marL="0" lvl="0" indent="0">
              <a:buNone/>
            </a:pPr>
            <a:r>
              <a:rPr lang="en-US" sz="2000" b="1" dirty="0"/>
              <a:t>Free Community Channels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Fedora &amp; Fedora CoreOS:</a:t>
            </a:r>
            <a:r>
              <a:rPr lang="en-US" sz="2000" dirty="0"/>
              <a:t> Free community platform accessible via the Fedora Project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EPEL &amp; EPEL Next:</a:t>
            </a:r>
            <a:r>
              <a:rPr lang="en-US" sz="2000" dirty="0"/>
              <a:t> Free repository packages for extended enterprise dependencies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CentOS Stream:</a:t>
            </a:r>
            <a:r>
              <a:rPr lang="en-US" sz="2000" dirty="0"/>
              <a:t> Free, direct access to the continuously delivered upstream code</a:t>
            </a:r>
          </a:p>
          <a:p>
            <a:pPr marL="0" lvl="0" indent="0">
              <a:buNone/>
            </a:pPr>
            <a:r>
              <a:rPr lang="en-US" sz="2000" b="1" dirty="0"/>
              <a:t>RHEL Evaluation Download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Available via a free Red Hat Customer Portal account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Includes limited-time access to official product support and updates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Operating system remains functional after the evaluation period concludes</a:t>
            </a:r>
          </a:p>
          <a:p>
            <a:pPr marL="0" lvl="0" indent="0">
              <a:buNone/>
            </a:pPr>
            <a:r>
              <a:rPr lang="en-US" sz="2000" b="1" dirty="0"/>
              <a:t>Red Hat Developer Subscription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Free, self-supported subscription for individual developers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Identical software bits to production RHEL for prototyping, testing, and demos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Delivers continuous product updates for ongoing learning and development</a:t>
            </a:r>
          </a:p>
          <a:p>
            <a:endParaRPr lang="en-US" sz="2000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6232DEB-D42C-EBD4-DA07-AD0CA25204DC}"/>
              </a:ext>
            </a:extLst>
          </p:cNvPr>
          <p:cNvSpPr txBox="1"/>
          <p:nvPr/>
        </p:nvSpPr>
        <p:spPr>
          <a:xfrm>
            <a:off x="1371595" y="795370"/>
            <a:ext cx="6280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chemeClr val="bg1"/>
                </a:solidFill>
              </a:rPr>
              <a:t>C</a:t>
            </a:r>
            <a:r>
              <a:rPr lang="en-US" dirty="0" err="1">
                <a:solidFill>
                  <a:schemeClr val="bg1"/>
                </a:solidFill>
              </a:rPr>
              <a:t>ommunity</a:t>
            </a:r>
            <a:r>
              <a:rPr lang="en-US" dirty="0">
                <a:solidFill>
                  <a:schemeClr val="bg1"/>
                </a:solidFill>
              </a:rPr>
              <a:t> Streams, Evaluations, and Developer Programs</a:t>
            </a:r>
          </a:p>
        </p:txBody>
      </p:sp>
    </p:spTree>
    <p:extLst>
      <p:ext uri="{BB962C8B-B14F-4D97-AF65-F5344CB8AC3E}">
        <p14:creationId xmlns:p14="http://schemas.microsoft.com/office/powerpoint/2010/main" val="927391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83F1DB-7FDF-A7EA-3E05-74FCFE1AF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806D07-38C8-3BC4-13A4-3C2C8052C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D3C903-6191-485D-54BF-154444A368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F9F64A-F7CA-2DF4-A176-095C9359E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B34B6A-8768-8559-E320-65C2A98BA8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76CFD7-5978-30C4-187D-0F7778BBC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2246A6B-D2EC-6CA0-C1A2-31EDD08C6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 indent="0"/>
            <a:r>
              <a:rPr lang="en-US" sz="3400" b="0" i="0">
                <a:solidFill>
                  <a:srgbClr val="FFFFFF"/>
                </a:solidFill>
                <a:effectLst/>
                <a:latin typeface="RedHatDisplay"/>
              </a:rPr>
              <a:t>Obtaining Red Hat Enterprise Linux</a:t>
            </a:r>
            <a:br>
              <a:rPr lang="en-US" sz="3400" b="0" i="0">
                <a:solidFill>
                  <a:srgbClr val="FFFFFF"/>
                </a:solidFill>
                <a:effectLst/>
                <a:latin typeface="RedHatDisplay"/>
              </a:rPr>
            </a:br>
            <a:endParaRPr lang="en-US" sz="3400">
              <a:solidFill>
                <a:srgbClr val="FFFFFF"/>
              </a:solidFill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5D68B65-631A-D0EE-D1D8-8BD0A5417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173574"/>
            <a:ext cx="9895951" cy="3827981"/>
          </a:xfrm>
        </p:spPr>
        <p:txBody>
          <a:bodyPr anchor="ctr">
            <a:normAutofit fontScale="77500" lnSpcReduction="20000"/>
          </a:bodyPr>
          <a:lstStyle/>
          <a:p>
            <a:pPr marL="0" lvl="0" indent="0">
              <a:buNone/>
            </a:pPr>
            <a:r>
              <a:rPr lang="en-US" b="1" dirty="0"/>
              <a:t>Public Cloud Platforms (AWS, GCP, Azure)</a:t>
            </a:r>
            <a:endParaRPr lang="en-US" dirty="0"/>
          </a:p>
          <a:p>
            <a:pPr lvl="1"/>
            <a:r>
              <a:rPr lang="en-US" dirty="0"/>
              <a:t>Pre-built, official RHEL images available across major </a:t>
            </a:r>
            <a:r>
              <a:rPr lang="en-US" dirty="0" err="1"/>
              <a:t>hyperscalers</a:t>
            </a:r>
            <a:endParaRPr lang="en-US" dirty="0"/>
          </a:p>
          <a:p>
            <a:pPr lvl="1"/>
            <a:r>
              <a:rPr lang="en-US" b="1" dirty="0"/>
              <a:t>Red Hat Cloud Access:</a:t>
            </a:r>
            <a:r>
              <a:rPr lang="en-US" dirty="0"/>
              <a:t> Enables portable subscription management across hybrid and multi-cloud architectures</a:t>
            </a:r>
          </a:p>
          <a:p>
            <a:pPr marL="0" lvl="0" indent="0">
              <a:buNone/>
            </a:pPr>
            <a:r>
              <a:rPr lang="en-US" b="1" dirty="0"/>
              <a:t>Universal Base Images (UBI)</a:t>
            </a:r>
            <a:endParaRPr lang="en-US" dirty="0"/>
          </a:p>
          <a:p>
            <a:pPr lvl="1"/>
            <a:r>
              <a:rPr lang="en-US" dirty="0"/>
              <a:t>Freely usable for container development and distribution without a paid subscription</a:t>
            </a:r>
          </a:p>
          <a:p>
            <a:pPr lvl="1"/>
            <a:r>
              <a:rPr lang="en-US" dirty="0"/>
              <a:t>Enterprise support and non-UBI software require a licensed RHEL or OpenShift platform</a:t>
            </a:r>
          </a:p>
          <a:p>
            <a:pPr marL="0" lvl="0" indent="0">
              <a:buNone/>
            </a:pPr>
            <a:r>
              <a:rPr lang="en-US" b="1" dirty="0"/>
              <a:t>Image Mode for RHEL 10 (</a:t>
            </a:r>
            <a:r>
              <a:rPr lang="en-US" b="1" dirty="0" err="1"/>
              <a:t>bootc</a:t>
            </a:r>
            <a:r>
              <a:rPr lang="en-US" b="1" dirty="0"/>
              <a:t>)</a:t>
            </a:r>
            <a:endParaRPr lang="en-US" dirty="0"/>
          </a:p>
          <a:p>
            <a:pPr lvl="1"/>
            <a:r>
              <a:rPr lang="en-US" dirty="0"/>
              <a:t>Container-native deployment approach using bootable container images</a:t>
            </a:r>
          </a:p>
          <a:p>
            <a:pPr lvl="1"/>
            <a:r>
              <a:rPr lang="en-US" dirty="0"/>
              <a:t>Standard container build and registry workflows (build, push, deploy)</a:t>
            </a:r>
          </a:p>
          <a:p>
            <a:pPr lvl="1"/>
            <a:r>
              <a:rPr lang="en-US" dirty="0"/>
              <a:t>Prevents infrastructure drift while simplifying scalability and system troubleshooting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266C3B0E-06AE-8474-882C-C3178ABC1D09}"/>
              </a:ext>
            </a:extLst>
          </p:cNvPr>
          <p:cNvSpPr txBox="1"/>
          <p:nvPr/>
        </p:nvSpPr>
        <p:spPr>
          <a:xfrm>
            <a:off x="1344744" y="856445"/>
            <a:ext cx="5463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Cloud, Containers &amp; Modern Deployment</a:t>
            </a:r>
          </a:p>
        </p:txBody>
      </p:sp>
    </p:spTree>
    <p:extLst>
      <p:ext uri="{BB962C8B-B14F-4D97-AF65-F5344CB8AC3E}">
        <p14:creationId xmlns:p14="http://schemas.microsoft.com/office/powerpoint/2010/main" val="3630871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4FC0806-99D8-E1F2-125C-6DA68E2A0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Lesson Summary &amp; Key Takeaways</a:t>
            </a:r>
          </a:p>
        </p:txBody>
      </p:sp>
      <p:graphicFrame>
        <p:nvGraphicFramePr>
          <p:cNvPr id="5" name="İçerik Yer Tutucusu 4">
            <a:extLst>
              <a:ext uri="{FF2B5EF4-FFF2-40B4-BE49-F238E27FC236}">
                <a16:creationId xmlns:a16="http://schemas.microsoft.com/office/drawing/2014/main" id="{404AE32B-B8A1-AD9E-1218-1D53332405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1538767"/>
              </p:ext>
            </p:extLst>
          </p:nvPr>
        </p:nvGraphicFramePr>
        <p:xfrm>
          <a:off x="5994963" y="737538"/>
          <a:ext cx="5769243" cy="5658328"/>
        </p:xfrm>
        <a:graphic>
          <a:graphicData uri="http://schemas.openxmlformats.org/drawingml/2006/table">
            <a:tbl>
              <a:tblPr/>
              <a:tblGrid>
                <a:gridCol w="1923081">
                  <a:extLst>
                    <a:ext uri="{9D8B030D-6E8A-4147-A177-3AD203B41FA5}">
                      <a16:colId xmlns:a16="http://schemas.microsoft.com/office/drawing/2014/main" val="3507528756"/>
                    </a:ext>
                  </a:extLst>
                </a:gridCol>
                <a:gridCol w="1923081">
                  <a:extLst>
                    <a:ext uri="{9D8B030D-6E8A-4147-A177-3AD203B41FA5}">
                      <a16:colId xmlns:a16="http://schemas.microsoft.com/office/drawing/2014/main" val="2035765572"/>
                    </a:ext>
                  </a:extLst>
                </a:gridCol>
                <a:gridCol w="1923081">
                  <a:extLst>
                    <a:ext uri="{9D8B030D-6E8A-4147-A177-3AD203B41FA5}">
                      <a16:colId xmlns:a16="http://schemas.microsoft.com/office/drawing/2014/main" val="27146435"/>
                    </a:ext>
                  </a:extLst>
                </a:gridCol>
              </a:tblGrid>
              <a:tr h="640558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2000" b="1" dirty="0">
                          <a:effectLst/>
                          <a:latin typeface="Google Sans Text"/>
                        </a:rPr>
                        <a:t>01. OPEN SOURCE</a:t>
                      </a:r>
                      <a:endParaRPr lang="en-US" sz="2000" dirty="0">
                        <a:effectLst/>
                        <a:latin typeface="Google Sans Text"/>
                      </a:endParaRPr>
                    </a:p>
                  </a:txBody>
                  <a:tcPr marL="52853" marR="52853" marT="35236" marB="35236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2000" b="1">
                          <a:effectLst/>
                          <a:latin typeface="Google Sans Text"/>
                        </a:rPr>
                        <a:t>02. LINUX DISTRIBUTIONS</a:t>
                      </a:r>
                      <a:endParaRPr lang="en-US" sz="2000">
                        <a:effectLst/>
                        <a:latin typeface="Google Sans Text"/>
                      </a:endParaRPr>
                    </a:p>
                  </a:txBody>
                  <a:tcPr marL="52853" marR="52853" marT="35236" marB="35236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2000" b="1">
                          <a:effectLst/>
                          <a:latin typeface="Google Sans Text"/>
                        </a:rPr>
                        <a:t>03. ENTERPRISE RHEL</a:t>
                      </a:r>
                      <a:endParaRPr lang="en-US" sz="2000">
                        <a:effectLst/>
                        <a:latin typeface="Google Sans Text"/>
                      </a:endParaRPr>
                    </a:p>
                  </a:txBody>
                  <a:tcPr marL="52853" marR="52853" marT="35236" marB="35236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5158807"/>
                  </a:ext>
                </a:extLst>
              </a:tr>
              <a:tr h="4978256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2000" b="1" dirty="0">
                          <a:effectLst/>
                          <a:latin typeface="Google Sans Text"/>
                        </a:rPr>
                        <a:t>Freedom &amp; Collaboration</a:t>
                      </a:r>
                      <a:endParaRPr lang="en-US" sz="2000" dirty="0">
                        <a:effectLst/>
                        <a:latin typeface="Google Sans Text"/>
                      </a:endParaRPr>
                    </a:p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br>
                        <a:rPr lang="en-US" sz="2000" dirty="0">
                          <a:effectLst/>
                          <a:latin typeface="Google Sans Text"/>
                        </a:rPr>
                      </a:br>
                      <a:endParaRPr lang="en-US" sz="2000" dirty="0">
                        <a:effectLst/>
                        <a:latin typeface="Google Sans Text"/>
                      </a:endParaRPr>
                    </a:p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Google Sans Text"/>
                        </a:rPr>
                        <a:t>Software with source code that anyone can freely study, modify, improve, and share royalty-free.</a:t>
                      </a:r>
                    </a:p>
                  </a:txBody>
                  <a:tcPr marL="52853" marR="52853" marT="35236" marB="35236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2000" b="1">
                          <a:effectLst/>
                          <a:latin typeface="Google Sans Text"/>
                        </a:rPr>
                        <a:t>Assembled Ecosystem</a:t>
                      </a:r>
                      <a:endParaRPr lang="en-US" sz="2000">
                        <a:effectLst/>
                        <a:latin typeface="Google Sans Text"/>
                      </a:endParaRPr>
                    </a:p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br>
                        <a:rPr lang="en-US" sz="2000">
                          <a:effectLst/>
                          <a:latin typeface="Google Sans Text"/>
                        </a:rPr>
                      </a:br>
                      <a:endParaRPr lang="en-US" sz="2000">
                        <a:effectLst/>
                        <a:latin typeface="Google Sans Text"/>
                      </a:endParaRPr>
                    </a:p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2000">
                          <a:effectLst/>
                          <a:latin typeface="Google Sans Text"/>
                        </a:rPr>
                        <a:t>Complete, installable OS built around the Linux kernel, packing essential libraries and GNU tools.</a:t>
                      </a:r>
                    </a:p>
                  </a:txBody>
                  <a:tcPr marL="52853" marR="52853" marT="35236" marB="35236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2000" b="1" dirty="0">
                          <a:effectLst/>
                          <a:latin typeface="Google Sans Text"/>
                        </a:rPr>
                        <a:t>Production-Ready Platform</a:t>
                      </a:r>
                      <a:endParaRPr lang="en-US" sz="2000" dirty="0">
                        <a:effectLst/>
                        <a:latin typeface="Google Sans Text"/>
                      </a:endParaRPr>
                    </a:p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br>
                        <a:rPr lang="en-US" sz="2000" dirty="0">
                          <a:effectLst/>
                          <a:latin typeface="Google Sans Text"/>
                        </a:rPr>
                      </a:br>
                      <a:endParaRPr lang="en-US" sz="2000" dirty="0">
                        <a:effectLst/>
                        <a:latin typeface="Google Sans Text"/>
                      </a:endParaRPr>
                    </a:p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Google Sans Text"/>
                        </a:rPr>
                        <a:t>Red Hat stabilizes community innovations into certified, commercially supported enterprise software.</a:t>
                      </a:r>
                    </a:p>
                  </a:txBody>
                  <a:tcPr marL="52853" marR="52853" marT="35236" marB="35236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03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7465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1251</Words>
  <Application>Microsoft Office PowerPoint</Application>
  <PresentationFormat>Geniş ekran</PresentationFormat>
  <Paragraphs>163</Paragraphs>
  <Slides>15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9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25" baseType="lpstr">
      <vt:lpstr>Aptos</vt:lpstr>
      <vt:lpstr>Aptos Display</vt:lpstr>
      <vt:lpstr>Arial</vt:lpstr>
      <vt:lpstr>Cambria Math</vt:lpstr>
      <vt:lpstr>Google Sans Text</vt:lpstr>
      <vt:lpstr>Inter</vt:lpstr>
      <vt:lpstr>JetBrains Mono</vt:lpstr>
      <vt:lpstr>RedHatDisplay</vt:lpstr>
      <vt:lpstr>Space Grotesk</vt:lpstr>
      <vt:lpstr>Office Teması</vt:lpstr>
      <vt:lpstr>Red Hat System Administration I 10.0</vt:lpstr>
      <vt:lpstr>Why Should You Learn about Linux? </vt:lpstr>
      <vt:lpstr>Why Should You Learn about Linux?</vt:lpstr>
      <vt:lpstr>What Makes Linux Great?</vt:lpstr>
      <vt:lpstr>What Is Open Source &amp; Its Benefits</vt:lpstr>
      <vt:lpstr>What Is Open Source &amp; Its Benefits</vt:lpstr>
      <vt:lpstr>What Is a Linux Distribution?</vt:lpstr>
      <vt:lpstr>RED HAT: CONNECTING ENTERPRISE TO OPEN SOURCE</vt:lpstr>
      <vt:lpstr>The Red Hat Enterprise Linux Ecosystem</vt:lpstr>
      <vt:lpstr>PowerPoint Sunusu</vt:lpstr>
      <vt:lpstr>Distribution Comparison &amp; Enterprise Readiness</vt:lpstr>
      <vt:lpstr>Evolution, Edge &amp; Developer Ecosystem</vt:lpstr>
      <vt:lpstr>Obtaining Red Hat Enterprise Linux </vt:lpstr>
      <vt:lpstr>Obtaining Red Hat Enterprise Linux </vt:lpstr>
      <vt:lpstr>Lesson Summary &amp; 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Dilara Gülenç</dc:creator>
  <cp:lastModifiedBy>Dilara Gülenç</cp:lastModifiedBy>
  <cp:revision>1</cp:revision>
  <dcterms:created xsi:type="dcterms:W3CDTF">2026-10-16T08:38:39Z</dcterms:created>
  <dcterms:modified xsi:type="dcterms:W3CDTF">2026-10-16T11:12:58Z</dcterms:modified>
</cp:coreProperties>
</file>